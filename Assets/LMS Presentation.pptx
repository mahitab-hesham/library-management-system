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7665"/>
    <a:srgbClr val="A66A48"/>
    <a:srgbClr val="FCF5FD"/>
    <a:srgbClr val="E7D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F64D2C-0C83-487D-AC3C-0FA593809E5A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56BA20-0CC8-46A2-BAD6-AD398CBD7EAD}">
      <dgm:prSet/>
      <dgm:spPr>
        <a:ln>
          <a:noFill/>
        </a:ln>
      </dgm:spPr>
      <dgm:t>
        <a:bodyPr/>
        <a:lstStyle/>
        <a:p>
          <a:r>
            <a:rPr lang="en-US" dirty="0">
              <a:solidFill>
                <a:srgbClr val="9F7665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End-to-End Database Design, Dictionary &amp; Transaction Pathways</a:t>
          </a:r>
        </a:p>
      </dgm:t>
    </dgm:pt>
    <dgm:pt modelId="{F027A203-2404-4633-B6A3-869F5AF74B8B}" type="parTrans" cxnId="{B1BAEEA0-9D6F-4C45-8381-FB6D3102BD4D}">
      <dgm:prSet/>
      <dgm:spPr/>
      <dgm:t>
        <a:bodyPr/>
        <a:lstStyle/>
        <a:p>
          <a:endParaRPr lang="en-US"/>
        </a:p>
      </dgm:t>
    </dgm:pt>
    <dgm:pt modelId="{CBD713A7-3452-45E7-9149-96BB53663EBF}" type="sibTrans" cxnId="{B1BAEEA0-9D6F-4C45-8381-FB6D3102BD4D}">
      <dgm:prSet/>
      <dgm:spPr/>
      <dgm:t>
        <a:bodyPr/>
        <a:lstStyle/>
        <a:p>
          <a:endParaRPr lang="en-US"/>
        </a:p>
      </dgm:t>
    </dgm:pt>
    <dgm:pt modelId="{35351825-D300-4A17-92CA-846EAFAE5202}" type="pres">
      <dgm:prSet presAssocID="{7FF64D2C-0C83-487D-AC3C-0FA593809E5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153E47A-A8C7-4B29-8B63-53944A9A1340}" type="pres">
      <dgm:prSet presAssocID="{EC56BA20-0CC8-46A2-BAD6-AD398CBD7EAD}" presName="circle1" presStyleLbl="node1" presStyleIdx="0" presStyleCnt="1" custScaleY="96449" custLinFactNeighborX="-51923" custLinFactNeighborY="1775"/>
      <dgm:spPr>
        <a:solidFill>
          <a:srgbClr val="A66A48"/>
        </a:solidFill>
      </dgm:spPr>
    </dgm:pt>
    <dgm:pt modelId="{230256F2-A619-4E63-B597-A91B62909C02}" type="pres">
      <dgm:prSet presAssocID="{EC56BA20-0CC8-46A2-BAD6-AD398CBD7EAD}" presName="space" presStyleCnt="0"/>
      <dgm:spPr/>
    </dgm:pt>
    <dgm:pt modelId="{DBDBD80A-EFBC-4845-91CB-CA7AD6FCF4DF}" type="pres">
      <dgm:prSet presAssocID="{EC56BA20-0CC8-46A2-BAD6-AD398CBD7EAD}" presName="rect1" presStyleLbl="alignAcc1" presStyleIdx="0" presStyleCnt="1" custLinFactNeighborX="-14648" custLinFactNeighborY="2367"/>
      <dgm:spPr/>
    </dgm:pt>
    <dgm:pt modelId="{69EB889B-505A-4DC0-A5B8-2A6002B0BD27}" type="pres">
      <dgm:prSet presAssocID="{EC56BA20-0CC8-46A2-BAD6-AD398CBD7EAD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6B53C031-369C-4E31-99B3-12E03B62939E}" type="presOf" srcId="{7FF64D2C-0C83-487D-AC3C-0FA593809E5A}" destId="{35351825-D300-4A17-92CA-846EAFAE5202}" srcOrd="0" destOrd="0" presId="urn:microsoft.com/office/officeart/2005/8/layout/target3"/>
    <dgm:cxn modelId="{31271280-9E22-40CB-A9DF-023CE5E08446}" type="presOf" srcId="{EC56BA20-0CC8-46A2-BAD6-AD398CBD7EAD}" destId="{DBDBD80A-EFBC-4845-91CB-CA7AD6FCF4DF}" srcOrd="0" destOrd="0" presId="urn:microsoft.com/office/officeart/2005/8/layout/target3"/>
    <dgm:cxn modelId="{77D45297-F16A-4AC7-BC91-23E6AB3D8640}" type="presOf" srcId="{EC56BA20-0CC8-46A2-BAD6-AD398CBD7EAD}" destId="{69EB889B-505A-4DC0-A5B8-2A6002B0BD27}" srcOrd="1" destOrd="0" presId="urn:microsoft.com/office/officeart/2005/8/layout/target3"/>
    <dgm:cxn modelId="{B1BAEEA0-9D6F-4C45-8381-FB6D3102BD4D}" srcId="{7FF64D2C-0C83-487D-AC3C-0FA593809E5A}" destId="{EC56BA20-0CC8-46A2-BAD6-AD398CBD7EAD}" srcOrd="0" destOrd="0" parTransId="{F027A203-2404-4633-B6A3-869F5AF74B8B}" sibTransId="{CBD713A7-3452-45E7-9149-96BB53663EBF}"/>
    <dgm:cxn modelId="{FDA2A941-7490-410C-94A7-EC7477C46A68}" type="presParOf" srcId="{35351825-D300-4A17-92CA-846EAFAE5202}" destId="{C153E47A-A8C7-4B29-8B63-53944A9A1340}" srcOrd="0" destOrd="0" presId="urn:microsoft.com/office/officeart/2005/8/layout/target3"/>
    <dgm:cxn modelId="{4A82F2E8-9C44-46A3-A379-D4C720019A87}" type="presParOf" srcId="{35351825-D300-4A17-92CA-846EAFAE5202}" destId="{230256F2-A619-4E63-B597-A91B62909C02}" srcOrd="1" destOrd="0" presId="urn:microsoft.com/office/officeart/2005/8/layout/target3"/>
    <dgm:cxn modelId="{4E4FCA49-7221-41F6-A996-ED45B4910E21}" type="presParOf" srcId="{35351825-D300-4A17-92CA-846EAFAE5202}" destId="{DBDBD80A-EFBC-4845-91CB-CA7AD6FCF4DF}" srcOrd="2" destOrd="0" presId="urn:microsoft.com/office/officeart/2005/8/layout/target3"/>
    <dgm:cxn modelId="{82108B11-7DD6-4BDC-BE9B-F5414C92DF95}" type="presParOf" srcId="{35351825-D300-4A17-92CA-846EAFAE5202}" destId="{69EB889B-505A-4DC0-A5B8-2A6002B0BD27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110350-A798-4BB7-ABDC-BC609472AA3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AC966C-C40B-4AC7-843B-17D54E2D52D5}">
      <dgm:prSet/>
      <dgm:spPr>
        <a:solidFill>
          <a:srgbClr val="A66A48"/>
        </a:solidFill>
        <a:ln>
          <a:noFill/>
        </a:ln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Project scope &amp; objectives</a:t>
          </a:r>
        </a:p>
      </dgm:t>
    </dgm:pt>
    <dgm:pt modelId="{F6C47946-1898-44E3-95BC-438E010FB917}" type="parTrans" cxnId="{24A8F954-4418-473B-B0BE-6027BFAA8ED3}">
      <dgm:prSet/>
      <dgm:spPr/>
      <dgm:t>
        <a:bodyPr/>
        <a:lstStyle/>
        <a:p>
          <a:endParaRPr lang="en-US"/>
        </a:p>
      </dgm:t>
    </dgm:pt>
    <dgm:pt modelId="{10D969FE-025B-4BBE-AFAB-EF8725534C2E}" type="sibTrans" cxnId="{24A8F954-4418-473B-B0BE-6027BFAA8ED3}">
      <dgm:prSet/>
      <dgm:spPr/>
      <dgm:t>
        <a:bodyPr/>
        <a:lstStyle/>
        <a:p>
          <a:endParaRPr lang="en-US"/>
        </a:p>
      </dgm:t>
    </dgm:pt>
    <dgm:pt modelId="{57207F17-D669-4BD2-81B8-FB7C612D812C}" type="pres">
      <dgm:prSet presAssocID="{13110350-A798-4BB7-ABDC-BC609472AA36}" presName="cycle" presStyleCnt="0">
        <dgm:presLayoutVars>
          <dgm:dir/>
          <dgm:resizeHandles val="exact"/>
        </dgm:presLayoutVars>
      </dgm:prSet>
      <dgm:spPr/>
    </dgm:pt>
    <dgm:pt modelId="{95851591-F4C1-44C4-8DA0-DE23EA3D99E9}" type="pres">
      <dgm:prSet presAssocID="{E9AC966C-C40B-4AC7-843B-17D54E2D52D5}" presName="node" presStyleLbl="node1" presStyleIdx="0" presStyleCnt="1">
        <dgm:presLayoutVars>
          <dgm:bulletEnabled val="1"/>
        </dgm:presLayoutVars>
      </dgm:prSet>
      <dgm:spPr/>
    </dgm:pt>
  </dgm:ptLst>
  <dgm:cxnLst>
    <dgm:cxn modelId="{65677139-066E-478B-9539-F76036EFF3BA}" type="presOf" srcId="{E9AC966C-C40B-4AC7-843B-17D54E2D52D5}" destId="{95851591-F4C1-44C4-8DA0-DE23EA3D99E9}" srcOrd="0" destOrd="0" presId="urn:microsoft.com/office/officeart/2005/8/layout/cycle2"/>
    <dgm:cxn modelId="{AADAE14B-1421-45B8-97A0-7A45654B467C}" type="presOf" srcId="{13110350-A798-4BB7-ABDC-BC609472AA36}" destId="{57207F17-D669-4BD2-81B8-FB7C612D812C}" srcOrd="0" destOrd="0" presId="urn:microsoft.com/office/officeart/2005/8/layout/cycle2"/>
    <dgm:cxn modelId="{24A8F954-4418-473B-B0BE-6027BFAA8ED3}" srcId="{13110350-A798-4BB7-ABDC-BC609472AA36}" destId="{E9AC966C-C40B-4AC7-843B-17D54E2D52D5}" srcOrd="0" destOrd="0" parTransId="{F6C47946-1898-44E3-95BC-438E010FB917}" sibTransId="{10D969FE-025B-4BBE-AFAB-EF8725534C2E}"/>
    <dgm:cxn modelId="{C7F892DC-84CA-4321-A8F9-28EFC41BF412}" type="presParOf" srcId="{57207F17-D669-4BD2-81B8-FB7C612D812C}" destId="{95851591-F4C1-44C4-8DA0-DE23EA3D99E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110350-A798-4BB7-ABDC-BC609472AA3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AC966C-C40B-4AC7-843B-17D54E2D52D5}">
      <dgm:prSet/>
      <dgm:spPr>
        <a:solidFill>
          <a:srgbClr val="A66A48"/>
        </a:solidFill>
        <a:ln>
          <a:noFill/>
        </a:ln>
      </dgm:spPr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ER model &amp; relational mapping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C47946-1898-44E3-95BC-438E010FB917}" type="parTrans" cxnId="{24A8F954-4418-473B-B0BE-6027BFAA8ED3}">
      <dgm:prSet/>
      <dgm:spPr/>
      <dgm:t>
        <a:bodyPr/>
        <a:lstStyle/>
        <a:p>
          <a:endParaRPr lang="en-US"/>
        </a:p>
      </dgm:t>
    </dgm:pt>
    <dgm:pt modelId="{10D969FE-025B-4BBE-AFAB-EF8725534C2E}" type="sibTrans" cxnId="{24A8F954-4418-473B-B0BE-6027BFAA8ED3}">
      <dgm:prSet/>
      <dgm:spPr/>
      <dgm:t>
        <a:bodyPr/>
        <a:lstStyle/>
        <a:p>
          <a:endParaRPr lang="en-US"/>
        </a:p>
      </dgm:t>
    </dgm:pt>
    <dgm:pt modelId="{57207F17-D669-4BD2-81B8-FB7C612D812C}" type="pres">
      <dgm:prSet presAssocID="{13110350-A798-4BB7-ABDC-BC609472AA36}" presName="cycle" presStyleCnt="0">
        <dgm:presLayoutVars>
          <dgm:dir/>
          <dgm:resizeHandles val="exact"/>
        </dgm:presLayoutVars>
      </dgm:prSet>
      <dgm:spPr/>
    </dgm:pt>
    <dgm:pt modelId="{95851591-F4C1-44C4-8DA0-DE23EA3D99E9}" type="pres">
      <dgm:prSet presAssocID="{E9AC966C-C40B-4AC7-843B-17D54E2D52D5}" presName="node" presStyleLbl="node1" presStyleIdx="0" presStyleCnt="1">
        <dgm:presLayoutVars>
          <dgm:bulletEnabled val="1"/>
        </dgm:presLayoutVars>
      </dgm:prSet>
      <dgm:spPr/>
    </dgm:pt>
  </dgm:ptLst>
  <dgm:cxnLst>
    <dgm:cxn modelId="{65677139-066E-478B-9539-F76036EFF3BA}" type="presOf" srcId="{E9AC966C-C40B-4AC7-843B-17D54E2D52D5}" destId="{95851591-F4C1-44C4-8DA0-DE23EA3D99E9}" srcOrd="0" destOrd="0" presId="urn:microsoft.com/office/officeart/2005/8/layout/cycle2"/>
    <dgm:cxn modelId="{AADAE14B-1421-45B8-97A0-7A45654B467C}" type="presOf" srcId="{13110350-A798-4BB7-ABDC-BC609472AA36}" destId="{57207F17-D669-4BD2-81B8-FB7C612D812C}" srcOrd="0" destOrd="0" presId="urn:microsoft.com/office/officeart/2005/8/layout/cycle2"/>
    <dgm:cxn modelId="{24A8F954-4418-473B-B0BE-6027BFAA8ED3}" srcId="{13110350-A798-4BB7-ABDC-BC609472AA36}" destId="{E9AC966C-C40B-4AC7-843B-17D54E2D52D5}" srcOrd="0" destOrd="0" parTransId="{F6C47946-1898-44E3-95BC-438E010FB917}" sibTransId="{10D969FE-025B-4BBE-AFAB-EF8725534C2E}"/>
    <dgm:cxn modelId="{C7F892DC-84CA-4321-A8F9-28EFC41BF412}" type="presParOf" srcId="{57207F17-D669-4BD2-81B8-FB7C612D812C}" destId="{95851591-F4C1-44C4-8DA0-DE23EA3D99E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110350-A798-4BB7-ABDC-BC609472AA3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AC966C-C40B-4AC7-843B-17D54E2D52D5}">
      <dgm:prSet custT="1"/>
      <dgm:spPr>
        <a:solidFill>
          <a:srgbClr val="A66A48"/>
        </a:solidFill>
        <a:ln>
          <a:noFill/>
        </a:ln>
      </dgm:spPr>
      <dgm:t>
        <a:bodyPr/>
        <a:lstStyle/>
        <a:p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Data-dictionary (entities, attributes, domains)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C47946-1898-44E3-95BC-438E010FB917}" type="parTrans" cxnId="{24A8F954-4418-473B-B0BE-6027BFAA8ED3}">
      <dgm:prSet/>
      <dgm:spPr/>
      <dgm:t>
        <a:bodyPr/>
        <a:lstStyle/>
        <a:p>
          <a:endParaRPr lang="en-US"/>
        </a:p>
      </dgm:t>
    </dgm:pt>
    <dgm:pt modelId="{10D969FE-025B-4BBE-AFAB-EF8725534C2E}" type="sibTrans" cxnId="{24A8F954-4418-473B-B0BE-6027BFAA8ED3}">
      <dgm:prSet/>
      <dgm:spPr/>
      <dgm:t>
        <a:bodyPr/>
        <a:lstStyle/>
        <a:p>
          <a:endParaRPr lang="en-US"/>
        </a:p>
      </dgm:t>
    </dgm:pt>
    <dgm:pt modelId="{57207F17-D669-4BD2-81B8-FB7C612D812C}" type="pres">
      <dgm:prSet presAssocID="{13110350-A798-4BB7-ABDC-BC609472AA36}" presName="cycle" presStyleCnt="0">
        <dgm:presLayoutVars>
          <dgm:dir/>
          <dgm:resizeHandles val="exact"/>
        </dgm:presLayoutVars>
      </dgm:prSet>
      <dgm:spPr/>
    </dgm:pt>
    <dgm:pt modelId="{95851591-F4C1-44C4-8DA0-DE23EA3D99E9}" type="pres">
      <dgm:prSet presAssocID="{E9AC966C-C40B-4AC7-843B-17D54E2D52D5}" presName="node" presStyleLbl="node1" presStyleIdx="0" presStyleCnt="1" custRadScaleRad="100251" custRadScaleInc="-5">
        <dgm:presLayoutVars>
          <dgm:bulletEnabled val="1"/>
        </dgm:presLayoutVars>
      </dgm:prSet>
      <dgm:spPr/>
    </dgm:pt>
  </dgm:ptLst>
  <dgm:cxnLst>
    <dgm:cxn modelId="{65677139-066E-478B-9539-F76036EFF3BA}" type="presOf" srcId="{E9AC966C-C40B-4AC7-843B-17D54E2D52D5}" destId="{95851591-F4C1-44C4-8DA0-DE23EA3D99E9}" srcOrd="0" destOrd="0" presId="urn:microsoft.com/office/officeart/2005/8/layout/cycle2"/>
    <dgm:cxn modelId="{AADAE14B-1421-45B8-97A0-7A45654B467C}" type="presOf" srcId="{13110350-A798-4BB7-ABDC-BC609472AA36}" destId="{57207F17-D669-4BD2-81B8-FB7C612D812C}" srcOrd="0" destOrd="0" presId="urn:microsoft.com/office/officeart/2005/8/layout/cycle2"/>
    <dgm:cxn modelId="{24A8F954-4418-473B-B0BE-6027BFAA8ED3}" srcId="{13110350-A798-4BB7-ABDC-BC609472AA36}" destId="{E9AC966C-C40B-4AC7-843B-17D54E2D52D5}" srcOrd="0" destOrd="0" parTransId="{F6C47946-1898-44E3-95BC-438E010FB917}" sibTransId="{10D969FE-025B-4BBE-AFAB-EF8725534C2E}"/>
    <dgm:cxn modelId="{C7F892DC-84CA-4321-A8F9-28EFC41BF412}" type="presParOf" srcId="{57207F17-D669-4BD2-81B8-FB7C612D812C}" destId="{95851591-F4C1-44C4-8DA0-DE23EA3D99E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110350-A798-4BB7-ABDC-BC609472AA3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AC966C-C40B-4AC7-843B-17D54E2D52D5}">
      <dgm:prSet custT="1"/>
      <dgm:spPr>
        <a:solidFill>
          <a:srgbClr val="A66A48"/>
        </a:solidFill>
        <a:ln>
          <a:noFill/>
        </a:ln>
      </dgm:spPr>
      <dgm:t>
        <a:bodyPr/>
        <a:lstStyle/>
        <a:p>
          <a:r>
            <a:rPr lang="en-US" sz="19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Business rules &amp; </a:t>
          </a: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integrity</a:t>
          </a:r>
          <a:r>
            <a:rPr lang="en-US" sz="19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 constraints</a:t>
          </a:r>
          <a:endParaRPr lang="en-US" sz="1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C47946-1898-44E3-95BC-438E010FB917}" type="parTrans" cxnId="{24A8F954-4418-473B-B0BE-6027BFAA8ED3}">
      <dgm:prSet/>
      <dgm:spPr/>
      <dgm:t>
        <a:bodyPr/>
        <a:lstStyle/>
        <a:p>
          <a:endParaRPr lang="en-US"/>
        </a:p>
      </dgm:t>
    </dgm:pt>
    <dgm:pt modelId="{10D969FE-025B-4BBE-AFAB-EF8725534C2E}" type="sibTrans" cxnId="{24A8F954-4418-473B-B0BE-6027BFAA8ED3}">
      <dgm:prSet/>
      <dgm:spPr/>
      <dgm:t>
        <a:bodyPr/>
        <a:lstStyle/>
        <a:p>
          <a:endParaRPr lang="en-US"/>
        </a:p>
      </dgm:t>
    </dgm:pt>
    <dgm:pt modelId="{57207F17-D669-4BD2-81B8-FB7C612D812C}" type="pres">
      <dgm:prSet presAssocID="{13110350-A798-4BB7-ABDC-BC609472AA36}" presName="cycle" presStyleCnt="0">
        <dgm:presLayoutVars>
          <dgm:dir/>
          <dgm:resizeHandles val="exact"/>
        </dgm:presLayoutVars>
      </dgm:prSet>
      <dgm:spPr/>
    </dgm:pt>
    <dgm:pt modelId="{95851591-F4C1-44C4-8DA0-DE23EA3D99E9}" type="pres">
      <dgm:prSet presAssocID="{E9AC966C-C40B-4AC7-843B-17D54E2D52D5}" presName="node" presStyleLbl="node1" presStyleIdx="0" presStyleCnt="1" custScaleX="100066">
        <dgm:presLayoutVars>
          <dgm:bulletEnabled val="1"/>
        </dgm:presLayoutVars>
      </dgm:prSet>
      <dgm:spPr/>
    </dgm:pt>
  </dgm:ptLst>
  <dgm:cxnLst>
    <dgm:cxn modelId="{65677139-066E-478B-9539-F76036EFF3BA}" type="presOf" srcId="{E9AC966C-C40B-4AC7-843B-17D54E2D52D5}" destId="{95851591-F4C1-44C4-8DA0-DE23EA3D99E9}" srcOrd="0" destOrd="0" presId="urn:microsoft.com/office/officeart/2005/8/layout/cycle2"/>
    <dgm:cxn modelId="{AADAE14B-1421-45B8-97A0-7A45654B467C}" type="presOf" srcId="{13110350-A798-4BB7-ABDC-BC609472AA36}" destId="{57207F17-D669-4BD2-81B8-FB7C612D812C}" srcOrd="0" destOrd="0" presId="urn:microsoft.com/office/officeart/2005/8/layout/cycle2"/>
    <dgm:cxn modelId="{24A8F954-4418-473B-B0BE-6027BFAA8ED3}" srcId="{13110350-A798-4BB7-ABDC-BC609472AA36}" destId="{E9AC966C-C40B-4AC7-843B-17D54E2D52D5}" srcOrd="0" destOrd="0" parTransId="{F6C47946-1898-44E3-95BC-438E010FB917}" sibTransId="{10D969FE-025B-4BBE-AFAB-EF8725534C2E}"/>
    <dgm:cxn modelId="{C7F892DC-84CA-4321-A8F9-28EFC41BF412}" type="presParOf" srcId="{57207F17-D669-4BD2-81B8-FB7C612D812C}" destId="{95851591-F4C1-44C4-8DA0-DE23EA3D99E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110350-A798-4BB7-ABDC-BC609472AA3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AC966C-C40B-4AC7-843B-17D54E2D52D5}">
      <dgm:prSet/>
      <dgm:spPr>
        <a:solidFill>
          <a:srgbClr val="A66A48"/>
        </a:solidFill>
        <a:ln>
          <a:noFill/>
        </a:ln>
      </dgm:spPr>
      <dgm:t>
        <a:bodyPr/>
        <a:lstStyle/>
        <a:p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Core SQL query catalogue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C47946-1898-44E3-95BC-438E010FB917}" type="parTrans" cxnId="{24A8F954-4418-473B-B0BE-6027BFAA8ED3}">
      <dgm:prSet/>
      <dgm:spPr/>
      <dgm:t>
        <a:bodyPr/>
        <a:lstStyle/>
        <a:p>
          <a:endParaRPr lang="en-US"/>
        </a:p>
      </dgm:t>
    </dgm:pt>
    <dgm:pt modelId="{10D969FE-025B-4BBE-AFAB-EF8725534C2E}" type="sibTrans" cxnId="{24A8F954-4418-473B-B0BE-6027BFAA8ED3}">
      <dgm:prSet/>
      <dgm:spPr/>
      <dgm:t>
        <a:bodyPr/>
        <a:lstStyle/>
        <a:p>
          <a:endParaRPr lang="en-US"/>
        </a:p>
      </dgm:t>
    </dgm:pt>
    <dgm:pt modelId="{57207F17-D669-4BD2-81B8-FB7C612D812C}" type="pres">
      <dgm:prSet presAssocID="{13110350-A798-4BB7-ABDC-BC609472AA36}" presName="cycle" presStyleCnt="0">
        <dgm:presLayoutVars>
          <dgm:dir/>
          <dgm:resizeHandles val="exact"/>
        </dgm:presLayoutVars>
      </dgm:prSet>
      <dgm:spPr/>
    </dgm:pt>
    <dgm:pt modelId="{95851591-F4C1-44C4-8DA0-DE23EA3D99E9}" type="pres">
      <dgm:prSet presAssocID="{E9AC966C-C40B-4AC7-843B-17D54E2D52D5}" presName="node" presStyleLbl="node1" presStyleIdx="0" presStyleCnt="1" custScaleX="109106" custRadScaleRad="100000" custRadScaleInc="-5">
        <dgm:presLayoutVars>
          <dgm:bulletEnabled val="1"/>
        </dgm:presLayoutVars>
      </dgm:prSet>
      <dgm:spPr/>
    </dgm:pt>
  </dgm:ptLst>
  <dgm:cxnLst>
    <dgm:cxn modelId="{65677139-066E-478B-9539-F76036EFF3BA}" type="presOf" srcId="{E9AC966C-C40B-4AC7-843B-17D54E2D52D5}" destId="{95851591-F4C1-44C4-8DA0-DE23EA3D99E9}" srcOrd="0" destOrd="0" presId="urn:microsoft.com/office/officeart/2005/8/layout/cycle2"/>
    <dgm:cxn modelId="{AADAE14B-1421-45B8-97A0-7A45654B467C}" type="presOf" srcId="{13110350-A798-4BB7-ABDC-BC609472AA36}" destId="{57207F17-D669-4BD2-81B8-FB7C612D812C}" srcOrd="0" destOrd="0" presId="urn:microsoft.com/office/officeart/2005/8/layout/cycle2"/>
    <dgm:cxn modelId="{24A8F954-4418-473B-B0BE-6027BFAA8ED3}" srcId="{13110350-A798-4BB7-ABDC-BC609472AA36}" destId="{E9AC966C-C40B-4AC7-843B-17D54E2D52D5}" srcOrd="0" destOrd="0" parTransId="{F6C47946-1898-44E3-95BC-438E010FB917}" sibTransId="{10D969FE-025B-4BBE-AFAB-EF8725534C2E}"/>
    <dgm:cxn modelId="{C7F892DC-84CA-4321-A8F9-28EFC41BF412}" type="presParOf" srcId="{57207F17-D669-4BD2-81B8-FB7C612D812C}" destId="{95851591-F4C1-44C4-8DA0-DE23EA3D99E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110350-A798-4BB7-ABDC-BC609472AA3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AC966C-C40B-4AC7-843B-17D54E2D52D5}">
      <dgm:prSet custT="1"/>
      <dgm:spPr>
        <a:solidFill>
          <a:srgbClr val="A66A48"/>
        </a:solidFill>
        <a:ln>
          <a:noFill/>
        </a:ln>
      </dgm:spPr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Transaction </a:t>
          </a: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pathways</a:t>
          </a: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 (step-by-step data flow)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C47946-1898-44E3-95BC-438E010FB917}" type="parTrans" cxnId="{24A8F954-4418-473B-B0BE-6027BFAA8ED3}">
      <dgm:prSet/>
      <dgm:spPr/>
      <dgm:t>
        <a:bodyPr/>
        <a:lstStyle/>
        <a:p>
          <a:endParaRPr lang="en-US"/>
        </a:p>
      </dgm:t>
    </dgm:pt>
    <dgm:pt modelId="{10D969FE-025B-4BBE-AFAB-EF8725534C2E}" type="sibTrans" cxnId="{24A8F954-4418-473B-B0BE-6027BFAA8ED3}">
      <dgm:prSet/>
      <dgm:spPr/>
      <dgm:t>
        <a:bodyPr/>
        <a:lstStyle/>
        <a:p>
          <a:endParaRPr lang="en-US"/>
        </a:p>
      </dgm:t>
    </dgm:pt>
    <dgm:pt modelId="{57207F17-D669-4BD2-81B8-FB7C612D812C}" type="pres">
      <dgm:prSet presAssocID="{13110350-A798-4BB7-ABDC-BC609472AA36}" presName="cycle" presStyleCnt="0">
        <dgm:presLayoutVars>
          <dgm:dir/>
          <dgm:resizeHandles val="exact"/>
        </dgm:presLayoutVars>
      </dgm:prSet>
      <dgm:spPr/>
    </dgm:pt>
    <dgm:pt modelId="{95851591-F4C1-44C4-8DA0-DE23EA3D99E9}" type="pres">
      <dgm:prSet presAssocID="{E9AC966C-C40B-4AC7-843B-17D54E2D52D5}" presName="node" presStyleLbl="node1" presStyleIdx="0" presStyleCnt="1" custScaleX="110438">
        <dgm:presLayoutVars>
          <dgm:bulletEnabled val="1"/>
        </dgm:presLayoutVars>
      </dgm:prSet>
      <dgm:spPr/>
    </dgm:pt>
  </dgm:ptLst>
  <dgm:cxnLst>
    <dgm:cxn modelId="{65677139-066E-478B-9539-F76036EFF3BA}" type="presOf" srcId="{E9AC966C-C40B-4AC7-843B-17D54E2D52D5}" destId="{95851591-F4C1-44C4-8DA0-DE23EA3D99E9}" srcOrd="0" destOrd="0" presId="urn:microsoft.com/office/officeart/2005/8/layout/cycle2"/>
    <dgm:cxn modelId="{AADAE14B-1421-45B8-97A0-7A45654B467C}" type="presOf" srcId="{13110350-A798-4BB7-ABDC-BC609472AA36}" destId="{57207F17-D669-4BD2-81B8-FB7C612D812C}" srcOrd="0" destOrd="0" presId="urn:microsoft.com/office/officeart/2005/8/layout/cycle2"/>
    <dgm:cxn modelId="{24A8F954-4418-473B-B0BE-6027BFAA8ED3}" srcId="{13110350-A798-4BB7-ABDC-BC609472AA36}" destId="{E9AC966C-C40B-4AC7-843B-17D54E2D52D5}" srcOrd="0" destOrd="0" parTransId="{F6C47946-1898-44E3-95BC-438E010FB917}" sibTransId="{10D969FE-025B-4BBE-AFAB-EF8725534C2E}"/>
    <dgm:cxn modelId="{C7F892DC-84CA-4321-A8F9-28EFC41BF412}" type="presParOf" srcId="{57207F17-D669-4BD2-81B8-FB7C612D812C}" destId="{95851591-F4C1-44C4-8DA0-DE23EA3D99E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ABA911D-038B-488C-AD18-333BA079A0E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3571B7-2AEA-442E-BF6B-D7F9F8A2511A}">
      <dgm:prSet phldrT="[Text]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b="0" i="0" dirty="0"/>
            <a:t>Centralized catalogue for books, users, staff &amp; author</a:t>
          </a:r>
          <a:endParaRPr lang="en-US" dirty="0"/>
        </a:p>
      </dgm:t>
    </dgm:pt>
    <dgm:pt modelId="{741FAA5F-B117-4D5F-BA6C-501846D30B41}" type="parTrans" cxnId="{C4D80FB9-9C05-41F6-BFA9-26F703C03725}">
      <dgm:prSet/>
      <dgm:spPr/>
      <dgm:t>
        <a:bodyPr/>
        <a:lstStyle/>
        <a:p>
          <a:endParaRPr lang="en-US"/>
        </a:p>
      </dgm:t>
    </dgm:pt>
    <dgm:pt modelId="{AF7C9AB6-8A34-438E-AE9D-4023DF39E55D}" type="sibTrans" cxnId="{C4D80FB9-9C05-41F6-BFA9-26F703C03725}">
      <dgm:prSet/>
      <dgm:spPr/>
      <dgm:t>
        <a:bodyPr/>
        <a:lstStyle/>
        <a:p>
          <a:endParaRPr lang="en-US"/>
        </a:p>
      </dgm:t>
    </dgm:pt>
    <dgm:pt modelId="{18C21DF0-2DF3-4C84-BBED-E305D057DED9}">
      <dgm:prSet phldrT="[Text]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b="0" i="0" dirty="0"/>
            <a:t>Role-based access: Student, Faculty, External, Librarian, Library Technician,  Library  Manager, Library Assistant</a:t>
          </a:r>
          <a:endParaRPr lang="en-US" dirty="0"/>
        </a:p>
      </dgm:t>
    </dgm:pt>
    <dgm:pt modelId="{5F3FBA0F-4ADC-4264-9FF1-7C7D7C7AF5D3}" type="parTrans" cxnId="{E54D0EC5-5A9D-4AD7-970D-B96ADDED3D69}">
      <dgm:prSet/>
      <dgm:spPr/>
      <dgm:t>
        <a:bodyPr/>
        <a:lstStyle/>
        <a:p>
          <a:endParaRPr lang="en-US"/>
        </a:p>
      </dgm:t>
    </dgm:pt>
    <dgm:pt modelId="{98DA44D1-F592-48DE-9F7A-CEA90E74A738}" type="sibTrans" cxnId="{E54D0EC5-5A9D-4AD7-970D-B96ADDED3D69}">
      <dgm:prSet/>
      <dgm:spPr/>
      <dgm:t>
        <a:bodyPr/>
        <a:lstStyle/>
        <a:p>
          <a:endParaRPr lang="en-US"/>
        </a:p>
      </dgm:t>
    </dgm:pt>
    <dgm:pt modelId="{0D5E7E68-A739-441A-912D-0B0DD919C1D7}">
      <dgm:prSet phldrT="[Text]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b="0" i="0" dirty="0"/>
            <a:t>100 % web-based: PHP back-end + responsive Arabic/English UI</a:t>
          </a:r>
          <a:endParaRPr lang="en-US" dirty="0"/>
        </a:p>
      </dgm:t>
    </dgm:pt>
    <dgm:pt modelId="{47A704C4-A99F-4CDA-944A-27A557B955D1}" type="parTrans" cxnId="{E0F63032-2BD8-4576-8ADD-D6AA3242882F}">
      <dgm:prSet/>
      <dgm:spPr/>
      <dgm:t>
        <a:bodyPr/>
        <a:lstStyle/>
        <a:p>
          <a:endParaRPr lang="en-US"/>
        </a:p>
      </dgm:t>
    </dgm:pt>
    <dgm:pt modelId="{A36C3742-F529-4D60-83D3-65A1B57D4E70}" type="sibTrans" cxnId="{E0F63032-2BD8-4576-8ADD-D6AA3242882F}">
      <dgm:prSet/>
      <dgm:spPr/>
      <dgm:t>
        <a:bodyPr/>
        <a:lstStyle/>
        <a:p>
          <a:endParaRPr lang="en-US"/>
        </a:p>
      </dgm:t>
    </dgm:pt>
    <dgm:pt modelId="{D3CA7DD4-53AA-4825-BE57-3E11514DE037}">
      <dgm:prSet phldrT="[Text]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b="0" i="0" dirty="0"/>
            <a:t>Automatic age &amp; borrowing-limit validation</a:t>
          </a:r>
          <a:endParaRPr lang="en-US" dirty="0"/>
        </a:p>
      </dgm:t>
    </dgm:pt>
    <dgm:pt modelId="{69F7E8B3-7A7E-4785-A4F2-0F72D3832593}" type="parTrans" cxnId="{66B00D6F-A780-4583-9BD3-DB0D152CCB8D}">
      <dgm:prSet/>
      <dgm:spPr/>
      <dgm:t>
        <a:bodyPr/>
        <a:lstStyle/>
        <a:p>
          <a:endParaRPr lang="en-US"/>
        </a:p>
      </dgm:t>
    </dgm:pt>
    <dgm:pt modelId="{6E9048D8-AFB1-47BF-A521-D1E78B58B584}" type="sibTrans" cxnId="{66B00D6F-A780-4583-9BD3-DB0D152CCB8D}">
      <dgm:prSet/>
      <dgm:spPr/>
      <dgm:t>
        <a:bodyPr/>
        <a:lstStyle/>
        <a:p>
          <a:endParaRPr lang="en-US"/>
        </a:p>
      </dgm:t>
    </dgm:pt>
    <dgm:pt modelId="{62C660F9-7460-492D-9006-028541AFB15F}">
      <dgm:prSet phldrT="[Text]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b="0" i="0" dirty="0"/>
            <a:t>Real-time inventory &amp; overdue tracking</a:t>
          </a:r>
          <a:endParaRPr lang="en-US" dirty="0"/>
        </a:p>
      </dgm:t>
    </dgm:pt>
    <dgm:pt modelId="{040CD30D-651A-471B-895E-BFB4CA56BE28}" type="parTrans" cxnId="{F3FA8B8C-53D8-47CE-A8E3-5F29C7F8986C}">
      <dgm:prSet/>
      <dgm:spPr/>
      <dgm:t>
        <a:bodyPr/>
        <a:lstStyle/>
        <a:p>
          <a:endParaRPr lang="en-US"/>
        </a:p>
      </dgm:t>
    </dgm:pt>
    <dgm:pt modelId="{263441F8-37C8-4B23-A5F4-C1CBFCA40017}" type="sibTrans" cxnId="{F3FA8B8C-53D8-47CE-A8E3-5F29C7F8986C}">
      <dgm:prSet/>
      <dgm:spPr/>
      <dgm:t>
        <a:bodyPr/>
        <a:lstStyle/>
        <a:p>
          <a:endParaRPr lang="en-US"/>
        </a:p>
      </dgm:t>
    </dgm:pt>
    <dgm:pt modelId="{2F4DFE83-97B8-45C6-AC5F-8FF84BCC1A7D}" type="pres">
      <dgm:prSet presAssocID="{CABA911D-038B-488C-AD18-333BA079A0EA}" presName="diagram" presStyleCnt="0">
        <dgm:presLayoutVars>
          <dgm:dir/>
          <dgm:resizeHandles val="exact"/>
        </dgm:presLayoutVars>
      </dgm:prSet>
      <dgm:spPr/>
    </dgm:pt>
    <dgm:pt modelId="{B7407403-B11B-4886-8429-DCC1F4D63B05}" type="pres">
      <dgm:prSet presAssocID="{833571B7-2AEA-442E-BF6B-D7F9F8A2511A}" presName="node" presStyleLbl="node1" presStyleIdx="0" presStyleCnt="5">
        <dgm:presLayoutVars>
          <dgm:bulletEnabled val="1"/>
        </dgm:presLayoutVars>
      </dgm:prSet>
      <dgm:spPr/>
    </dgm:pt>
    <dgm:pt modelId="{EA3408DB-CD35-45A9-8A85-948A7BABCB2D}" type="pres">
      <dgm:prSet presAssocID="{AF7C9AB6-8A34-438E-AE9D-4023DF39E55D}" presName="sibTrans" presStyleCnt="0"/>
      <dgm:spPr/>
    </dgm:pt>
    <dgm:pt modelId="{938DE0EC-2C38-49B8-A9A8-90C64720FB8D}" type="pres">
      <dgm:prSet presAssocID="{18C21DF0-2DF3-4C84-BBED-E305D057DED9}" presName="node" presStyleLbl="node1" presStyleIdx="1" presStyleCnt="5">
        <dgm:presLayoutVars>
          <dgm:bulletEnabled val="1"/>
        </dgm:presLayoutVars>
      </dgm:prSet>
      <dgm:spPr/>
    </dgm:pt>
    <dgm:pt modelId="{57E45323-0C1E-45B6-863D-680E6468C9A1}" type="pres">
      <dgm:prSet presAssocID="{98DA44D1-F592-48DE-9F7A-CEA90E74A738}" presName="sibTrans" presStyleCnt="0"/>
      <dgm:spPr/>
    </dgm:pt>
    <dgm:pt modelId="{1C7DA5B7-DF72-40C6-908D-A182D57D49DF}" type="pres">
      <dgm:prSet presAssocID="{0D5E7E68-A739-441A-912D-0B0DD919C1D7}" presName="node" presStyleLbl="node1" presStyleIdx="2" presStyleCnt="5" custLinFactNeighborX="-3146">
        <dgm:presLayoutVars>
          <dgm:bulletEnabled val="1"/>
        </dgm:presLayoutVars>
      </dgm:prSet>
      <dgm:spPr/>
    </dgm:pt>
    <dgm:pt modelId="{20904170-F242-4425-842E-4B61B0114601}" type="pres">
      <dgm:prSet presAssocID="{A36C3742-F529-4D60-83D3-65A1B57D4E70}" presName="sibTrans" presStyleCnt="0"/>
      <dgm:spPr/>
    </dgm:pt>
    <dgm:pt modelId="{10FC217C-0D78-4D5C-8F5B-26D0756D56DE}" type="pres">
      <dgm:prSet presAssocID="{D3CA7DD4-53AA-4825-BE57-3E11514DE037}" presName="node" presStyleLbl="node1" presStyleIdx="3" presStyleCnt="5">
        <dgm:presLayoutVars>
          <dgm:bulletEnabled val="1"/>
        </dgm:presLayoutVars>
      </dgm:prSet>
      <dgm:spPr/>
    </dgm:pt>
    <dgm:pt modelId="{7DAE6C9E-D58D-429A-AA12-F51ECE9BF54F}" type="pres">
      <dgm:prSet presAssocID="{6E9048D8-AFB1-47BF-A521-D1E78B58B584}" presName="sibTrans" presStyleCnt="0"/>
      <dgm:spPr/>
    </dgm:pt>
    <dgm:pt modelId="{EAB352C4-50BF-4408-BBFD-46FBADEE3A56}" type="pres">
      <dgm:prSet presAssocID="{62C660F9-7460-492D-9006-028541AFB15F}" presName="node" presStyleLbl="node1" presStyleIdx="4" presStyleCnt="5">
        <dgm:presLayoutVars>
          <dgm:bulletEnabled val="1"/>
        </dgm:presLayoutVars>
      </dgm:prSet>
      <dgm:spPr/>
    </dgm:pt>
  </dgm:ptLst>
  <dgm:cxnLst>
    <dgm:cxn modelId="{C7DECA09-4F62-4AC9-B12D-0B5D104C75B7}" type="presOf" srcId="{0D5E7E68-A739-441A-912D-0B0DD919C1D7}" destId="{1C7DA5B7-DF72-40C6-908D-A182D57D49DF}" srcOrd="0" destOrd="0" presId="urn:microsoft.com/office/officeart/2005/8/layout/default"/>
    <dgm:cxn modelId="{E0F63032-2BD8-4576-8ADD-D6AA3242882F}" srcId="{CABA911D-038B-488C-AD18-333BA079A0EA}" destId="{0D5E7E68-A739-441A-912D-0B0DD919C1D7}" srcOrd="2" destOrd="0" parTransId="{47A704C4-A99F-4CDA-944A-27A557B955D1}" sibTransId="{A36C3742-F529-4D60-83D3-65A1B57D4E70}"/>
    <dgm:cxn modelId="{D1461534-2A10-4DD1-884F-1E8DBF706FEE}" type="presOf" srcId="{D3CA7DD4-53AA-4825-BE57-3E11514DE037}" destId="{10FC217C-0D78-4D5C-8F5B-26D0756D56DE}" srcOrd="0" destOrd="0" presId="urn:microsoft.com/office/officeart/2005/8/layout/default"/>
    <dgm:cxn modelId="{CB5C2D42-0F2A-4901-9073-9BB14631F3D4}" type="presOf" srcId="{CABA911D-038B-488C-AD18-333BA079A0EA}" destId="{2F4DFE83-97B8-45C6-AC5F-8FF84BCC1A7D}" srcOrd="0" destOrd="0" presId="urn:microsoft.com/office/officeart/2005/8/layout/default"/>
    <dgm:cxn modelId="{66B00D6F-A780-4583-9BD3-DB0D152CCB8D}" srcId="{CABA911D-038B-488C-AD18-333BA079A0EA}" destId="{D3CA7DD4-53AA-4825-BE57-3E11514DE037}" srcOrd="3" destOrd="0" parTransId="{69F7E8B3-7A7E-4785-A4F2-0F72D3832593}" sibTransId="{6E9048D8-AFB1-47BF-A521-D1E78B58B584}"/>
    <dgm:cxn modelId="{C4E4FE7E-7F6A-490C-862E-66A2532DDB21}" type="presOf" srcId="{833571B7-2AEA-442E-BF6B-D7F9F8A2511A}" destId="{B7407403-B11B-4886-8429-DCC1F4D63B05}" srcOrd="0" destOrd="0" presId="urn:microsoft.com/office/officeart/2005/8/layout/default"/>
    <dgm:cxn modelId="{F3FA8B8C-53D8-47CE-A8E3-5F29C7F8986C}" srcId="{CABA911D-038B-488C-AD18-333BA079A0EA}" destId="{62C660F9-7460-492D-9006-028541AFB15F}" srcOrd="4" destOrd="0" parTransId="{040CD30D-651A-471B-895E-BFB4CA56BE28}" sibTransId="{263441F8-37C8-4B23-A5F4-C1CBFCA40017}"/>
    <dgm:cxn modelId="{C4D80FB9-9C05-41F6-BFA9-26F703C03725}" srcId="{CABA911D-038B-488C-AD18-333BA079A0EA}" destId="{833571B7-2AEA-442E-BF6B-D7F9F8A2511A}" srcOrd="0" destOrd="0" parTransId="{741FAA5F-B117-4D5F-BA6C-501846D30B41}" sibTransId="{AF7C9AB6-8A34-438E-AE9D-4023DF39E55D}"/>
    <dgm:cxn modelId="{491272C2-5815-4C41-8ED9-C8E302A17601}" type="presOf" srcId="{62C660F9-7460-492D-9006-028541AFB15F}" destId="{EAB352C4-50BF-4408-BBFD-46FBADEE3A56}" srcOrd="0" destOrd="0" presId="urn:microsoft.com/office/officeart/2005/8/layout/default"/>
    <dgm:cxn modelId="{E54D0EC5-5A9D-4AD7-970D-B96ADDED3D69}" srcId="{CABA911D-038B-488C-AD18-333BA079A0EA}" destId="{18C21DF0-2DF3-4C84-BBED-E305D057DED9}" srcOrd="1" destOrd="0" parTransId="{5F3FBA0F-4ADC-4264-9FF1-7C7D7C7AF5D3}" sibTransId="{98DA44D1-F592-48DE-9F7A-CEA90E74A738}"/>
    <dgm:cxn modelId="{33AA59F4-7552-4424-B81A-7A3D9A6AA10D}" type="presOf" srcId="{18C21DF0-2DF3-4C84-BBED-E305D057DED9}" destId="{938DE0EC-2C38-49B8-A9A8-90C64720FB8D}" srcOrd="0" destOrd="0" presId="urn:microsoft.com/office/officeart/2005/8/layout/default"/>
    <dgm:cxn modelId="{317F54E7-C0E4-44BA-A3B6-4DD38B098719}" type="presParOf" srcId="{2F4DFE83-97B8-45C6-AC5F-8FF84BCC1A7D}" destId="{B7407403-B11B-4886-8429-DCC1F4D63B05}" srcOrd="0" destOrd="0" presId="urn:microsoft.com/office/officeart/2005/8/layout/default"/>
    <dgm:cxn modelId="{E68D4994-0163-4433-9184-F95BACE66A18}" type="presParOf" srcId="{2F4DFE83-97B8-45C6-AC5F-8FF84BCC1A7D}" destId="{EA3408DB-CD35-45A9-8A85-948A7BABCB2D}" srcOrd="1" destOrd="0" presId="urn:microsoft.com/office/officeart/2005/8/layout/default"/>
    <dgm:cxn modelId="{413FEC0E-2A1D-470E-9A74-9116134639BB}" type="presParOf" srcId="{2F4DFE83-97B8-45C6-AC5F-8FF84BCC1A7D}" destId="{938DE0EC-2C38-49B8-A9A8-90C64720FB8D}" srcOrd="2" destOrd="0" presId="urn:microsoft.com/office/officeart/2005/8/layout/default"/>
    <dgm:cxn modelId="{00143BB1-5D28-4D84-B42F-FC1F7B91942F}" type="presParOf" srcId="{2F4DFE83-97B8-45C6-AC5F-8FF84BCC1A7D}" destId="{57E45323-0C1E-45B6-863D-680E6468C9A1}" srcOrd="3" destOrd="0" presId="urn:microsoft.com/office/officeart/2005/8/layout/default"/>
    <dgm:cxn modelId="{A6CD65DE-79B6-414B-9A24-5CFD9F788820}" type="presParOf" srcId="{2F4DFE83-97B8-45C6-AC5F-8FF84BCC1A7D}" destId="{1C7DA5B7-DF72-40C6-908D-A182D57D49DF}" srcOrd="4" destOrd="0" presId="urn:microsoft.com/office/officeart/2005/8/layout/default"/>
    <dgm:cxn modelId="{3E4AFA5A-A41B-4907-BD15-E99B93740D60}" type="presParOf" srcId="{2F4DFE83-97B8-45C6-AC5F-8FF84BCC1A7D}" destId="{20904170-F242-4425-842E-4B61B0114601}" srcOrd="5" destOrd="0" presId="urn:microsoft.com/office/officeart/2005/8/layout/default"/>
    <dgm:cxn modelId="{7C731154-9BE7-4C54-BDC8-F022AD0E6961}" type="presParOf" srcId="{2F4DFE83-97B8-45C6-AC5F-8FF84BCC1A7D}" destId="{10FC217C-0D78-4D5C-8F5B-26D0756D56DE}" srcOrd="6" destOrd="0" presId="urn:microsoft.com/office/officeart/2005/8/layout/default"/>
    <dgm:cxn modelId="{8F5C0226-6EA3-4E07-B236-73154D1F0F5D}" type="presParOf" srcId="{2F4DFE83-97B8-45C6-AC5F-8FF84BCC1A7D}" destId="{7DAE6C9E-D58D-429A-AA12-F51ECE9BF54F}" srcOrd="7" destOrd="0" presId="urn:microsoft.com/office/officeart/2005/8/layout/default"/>
    <dgm:cxn modelId="{36C3C004-5800-4D5B-B51A-DC0B98EA8C31}" type="presParOf" srcId="{2F4DFE83-97B8-45C6-AC5F-8FF84BCC1A7D}" destId="{EAB352C4-50BF-4408-BBFD-46FBADEE3A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AEB39FC-9FFD-4172-87C1-98D130DE1A32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14BC98-F1DF-479B-B9A1-C52EE0102160}">
      <dgm:prSet phldrT="[Text]" phldr="0" custT="1"/>
      <dgm:spPr>
        <a:solidFill>
          <a:srgbClr val="A66A48"/>
        </a:solidFill>
        <a:ln>
          <a:noFill/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Keys</a:t>
          </a:r>
        </a:p>
      </dgm:t>
    </dgm:pt>
    <dgm:pt modelId="{CC5B0969-91C1-47B2-B42F-B9A51EAC95B1}" type="parTrans" cxnId="{6132335B-9D5F-4EDD-B66E-68CDD3BE56DC}">
      <dgm:prSet/>
      <dgm:spPr/>
      <dgm:t>
        <a:bodyPr/>
        <a:lstStyle/>
        <a:p>
          <a:endParaRPr lang="en-US"/>
        </a:p>
      </dgm:t>
    </dgm:pt>
    <dgm:pt modelId="{3FE65AB6-34A2-4FC3-845E-8490AE8C8BC9}" type="sibTrans" cxnId="{6132335B-9D5F-4EDD-B66E-68CDD3BE56DC}">
      <dgm:prSet/>
      <dgm:spPr/>
      <dgm:t>
        <a:bodyPr/>
        <a:lstStyle/>
        <a:p>
          <a:endParaRPr lang="en-US"/>
        </a:p>
      </dgm:t>
    </dgm:pt>
    <dgm:pt modelId="{14C3FB79-7E27-4911-9871-327FB2C3878D}">
      <dgm:prSet phldrT="[Text]" custT="1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sz="12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Data </a:t>
          </a:r>
        </a:p>
        <a:p>
          <a:pPr>
            <a:buNone/>
          </a:pPr>
          <a:r>
            <a:rPr lang="en-US" sz="12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types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DDB7BB-1089-411D-9BA8-020DDB9346D1}" type="parTrans" cxnId="{2A56AA51-E445-49ED-81AB-ABDE6E82DE11}">
      <dgm:prSet/>
      <dgm:spPr/>
      <dgm:t>
        <a:bodyPr/>
        <a:lstStyle/>
        <a:p>
          <a:endParaRPr lang="en-US"/>
        </a:p>
      </dgm:t>
    </dgm:pt>
    <dgm:pt modelId="{4C6F289A-03E1-4BAA-B1F1-666919699CB3}" type="sibTrans" cxnId="{2A56AA51-E445-49ED-81AB-ABDE6E82DE11}">
      <dgm:prSet/>
      <dgm:spPr/>
      <dgm:t>
        <a:bodyPr/>
        <a:lstStyle/>
        <a:p>
          <a:endParaRPr lang="en-US"/>
        </a:p>
      </dgm:t>
    </dgm:pt>
    <dgm:pt modelId="{0D02546D-1E34-436F-A7BC-47D148A5EA0E}">
      <dgm:prSet phldrT="[Text]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b="0" i="0" dirty="0"/>
            <a:t>Character set</a:t>
          </a:r>
          <a:endParaRPr lang="en-US" dirty="0"/>
        </a:p>
      </dgm:t>
    </dgm:pt>
    <dgm:pt modelId="{263ECB25-63C3-4A51-972D-A134C6B2A937}" type="parTrans" cxnId="{4810FF3F-A65C-47DF-B567-898399E1336E}">
      <dgm:prSet/>
      <dgm:spPr/>
      <dgm:t>
        <a:bodyPr/>
        <a:lstStyle/>
        <a:p>
          <a:endParaRPr lang="en-US"/>
        </a:p>
      </dgm:t>
    </dgm:pt>
    <dgm:pt modelId="{AAAC6E75-5B37-4358-80CE-FCAAE2044AD2}" type="sibTrans" cxnId="{4810FF3F-A65C-47DF-B567-898399E1336E}">
      <dgm:prSet/>
      <dgm:spPr/>
      <dgm:t>
        <a:bodyPr/>
        <a:lstStyle/>
        <a:p>
          <a:endParaRPr lang="en-US"/>
        </a:p>
      </dgm:t>
    </dgm:pt>
    <dgm:pt modelId="{4E6B9611-7A48-4FBF-A000-316932AD1B0E}">
      <dgm:prSet custT="1"/>
      <dgm:spPr/>
      <dgm:t>
        <a:bodyPr/>
        <a:lstStyle/>
        <a:p>
          <a:pPr>
            <a:buNone/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PK = Primary Key, FK = Foreign Key, U = Unique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3C3F3C-B072-49D6-922C-89165539A862}" type="parTrans" cxnId="{898797BD-397E-4299-B5A0-F208EC9D9A18}">
      <dgm:prSet/>
      <dgm:spPr/>
      <dgm:t>
        <a:bodyPr/>
        <a:lstStyle/>
        <a:p>
          <a:endParaRPr lang="en-US"/>
        </a:p>
      </dgm:t>
    </dgm:pt>
    <dgm:pt modelId="{D05E165B-E92E-4B30-89EE-71DF2479DA85}" type="sibTrans" cxnId="{898797BD-397E-4299-B5A0-F208EC9D9A18}">
      <dgm:prSet/>
      <dgm:spPr/>
      <dgm:t>
        <a:bodyPr/>
        <a:lstStyle/>
        <a:p>
          <a:endParaRPr lang="en-US"/>
        </a:p>
      </dgm:t>
    </dgm:pt>
    <dgm:pt modelId="{F923B2E0-6BA7-4297-8CF5-66F5ADAE2177}">
      <dgm:prSet custT="1"/>
      <dgm:spPr/>
      <dgm:t>
        <a:bodyPr/>
        <a:lstStyle/>
        <a:p>
          <a:pPr>
            <a:buNone/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INT(11), VARCHAR(100), DATE, YEAR, BLOB (cover)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99A0B9-0969-47C8-98BC-10FA4931314A}" type="parTrans" cxnId="{7F52D826-AA41-4A21-A866-6617A4057F97}">
      <dgm:prSet/>
      <dgm:spPr/>
      <dgm:t>
        <a:bodyPr/>
        <a:lstStyle/>
        <a:p>
          <a:endParaRPr lang="en-US"/>
        </a:p>
      </dgm:t>
    </dgm:pt>
    <dgm:pt modelId="{41F35E2C-BE98-41EF-9AF2-D70D518BFC6F}" type="sibTrans" cxnId="{7F52D826-AA41-4A21-A866-6617A4057F97}">
      <dgm:prSet/>
      <dgm:spPr/>
      <dgm:t>
        <a:bodyPr/>
        <a:lstStyle/>
        <a:p>
          <a:endParaRPr lang="en-US"/>
        </a:p>
      </dgm:t>
    </dgm:pt>
    <dgm:pt modelId="{6E910F27-8610-4FBD-8B23-73F118426368}">
      <dgm:prSet custT="1"/>
      <dgm:spPr/>
      <dgm:t>
        <a:bodyPr/>
        <a:lstStyle/>
        <a:p>
          <a:pPr>
            <a:buNone/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utf8mb4 (Arabic + English)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E43249-585E-4ACE-A8ED-7A7F8FF8B444}" type="parTrans" cxnId="{B8B80303-A74A-4E32-9A93-32937100CAD3}">
      <dgm:prSet/>
      <dgm:spPr/>
      <dgm:t>
        <a:bodyPr/>
        <a:lstStyle/>
        <a:p>
          <a:endParaRPr lang="en-US"/>
        </a:p>
      </dgm:t>
    </dgm:pt>
    <dgm:pt modelId="{958A0C86-0D70-4EDF-92FB-432DCE2500EF}" type="sibTrans" cxnId="{B8B80303-A74A-4E32-9A93-32937100CAD3}">
      <dgm:prSet/>
      <dgm:spPr/>
      <dgm:t>
        <a:bodyPr/>
        <a:lstStyle/>
        <a:p>
          <a:endParaRPr lang="en-US"/>
        </a:p>
      </dgm:t>
    </dgm:pt>
    <dgm:pt modelId="{2F337C38-7889-4303-A535-FC01D89B7084}" type="pres">
      <dgm:prSet presAssocID="{0AEB39FC-9FFD-4172-87C1-98D130DE1A32}" presName="linearFlow" presStyleCnt="0">
        <dgm:presLayoutVars>
          <dgm:dir/>
          <dgm:animLvl val="lvl"/>
          <dgm:resizeHandles val="exact"/>
        </dgm:presLayoutVars>
      </dgm:prSet>
      <dgm:spPr/>
    </dgm:pt>
    <dgm:pt modelId="{061E4BEF-71AC-4F51-A747-91C6403499C3}" type="pres">
      <dgm:prSet presAssocID="{6C14BC98-F1DF-479B-B9A1-C52EE0102160}" presName="composite" presStyleCnt="0"/>
      <dgm:spPr/>
    </dgm:pt>
    <dgm:pt modelId="{FC508503-87A1-4C77-99A4-30273BACF16D}" type="pres">
      <dgm:prSet presAssocID="{6C14BC98-F1DF-479B-B9A1-C52EE0102160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C1C027E-6FD5-469C-949A-1E90F3D4EE49}" type="pres">
      <dgm:prSet presAssocID="{6C14BC98-F1DF-479B-B9A1-C52EE0102160}" presName="descendantText" presStyleLbl="alignAcc1" presStyleIdx="0" presStyleCnt="3">
        <dgm:presLayoutVars>
          <dgm:bulletEnabled val="1"/>
        </dgm:presLayoutVars>
      </dgm:prSet>
      <dgm:spPr/>
    </dgm:pt>
    <dgm:pt modelId="{B03E71D6-C1DE-4769-B7EF-E986CDC39838}" type="pres">
      <dgm:prSet presAssocID="{3FE65AB6-34A2-4FC3-845E-8490AE8C8BC9}" presName="sp" presStyleCnt="0"/>
      <dgm:spPr/>
    </dgm:pt>
    <dgm:pt modelId="{FCA1826A-3F85-469E-8171-9E085F5B97A1}" type="pres">
      <dgm:prSet presAssocID="{14C3FB79-7E27-4911-9871-327FB2C3878D}" presName="composite" presStyleCnt="0"/>
      <dgm:spPr/>
    </dgm:pt>
    <dgm:pt modelId="{69128010-7025-4BD6-904C-509B6B13BFFB}" type="pres">
      <dgm:prSet presAssocID="{14C3FB79-7E27-4911-9871-327FB2C3878D}" presName="parentText" presStyleLbl="alignNode1" presStyleIdx="1" presStyleCnt="3" custLinFactNeighborX="0">
        <dgm:presLayoutVars>
          <dgm:chMax val="1"/>
          <dgm:bulletEnabled val="1"/>
        </dgm:presLayoutVars>
      </dgm:prSet>
      <dgm:spPr/>
    </dgm:pt>
    <dgm:pt modelId="{13960286-B422-415A-8AFA-790744C65B10}" type="pres">
      <dgm:prSet presAssocID="{14C3FB79-7E27-4911-9871-327FB2C3878D}" presName="descendantText" presStyleLbl="alignAcc1" presStyleIdx="1" presStyleCnt="3">
        <dgm:presLayoutVars>
          <dgm:bulletEnabled val="1"/>
        </dgm:presLayoutVars>
      </dgm:prSet>
      <dgm:spPr/>
    </dgm:pt>
    <dgm:pt modelId="{59DCFD85-7BE9-4DF0-A3D1-34EDEB33A145}" type="pres">
      <dgm:prSet presAssocID="{4C6F289A-03E1-4BAA-B1F1-666919699CB3}" presName="sp" presStyleCnt="0"/>
      <dgm:spPr/>
    </dgm:pt>
    <dgm:pt modelId="{97915C02-177A-44A4-A682-3F4E10A5880A}" type="pres">
      <dgm:prSet presAssocID="{0D02546D-1E34-436F-A7BC-47D148A5EA0E}" presName="composite" presStyleCnt="0"/>
      <dgm:spPr/>
    </dgm:pt>
    <dgm:pt modelId="{AD366B59-5233-4BD6-84BE-2EEDFC402A9A}" type="pres">
      <dgm:prSet presAssocID="{0D02546D-1E34-436F-A7BC-47D148A5EA0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7189B64-D39F-48BC-A139-5F25FDD40F1D}" type="pres">
      <dgm:prSet presAssocID="{0D02546D-1E34-436F-A7BC-47D148A5EA0E}" presName="descendantText" presStyleLbl="alignAcc1" presStyleIdx="2" presStyleCnt="3" custLinFactNeighborY="-1270">
        <dgm:presLayoutVars>
          <dgm:bulletEnabled val="1"/>
        </dgm:presLayoutVars>
      </dgm:prSet>
      <dgm:spPr/>
    </dgm:pt>
  </dgm:ptLst>
  <dgm:cxnLst>
    <dgm:cxn modelId="{B8B80303-A74A-4E32-9A93-32937100CAD3}" srcId="{0D02546D-1E34-436F-A7BC-47D148A5EA0E}" destId="{6E910F27-8610-4FBD-8B23-73F118426368}" srcOrd="0" destOrd="0" parTransId="{ABE43249-585E-4ACE-A8ED-7A7F8FF8B444}" sibTransId="{958A0C86-0D70-4EDF-92FB-432DCE2500EF}"/>
    <dgm:cxn modelId="{7F52D826-AA41-4A21-A866-6617A4057F97}" srcId="{14C3FB79-7E27-4911-9871-327FB2C3878D}" destId="{F923B2E0-6BA7-4297-8CF5-66F5ADAE2177}" srcOrd="0" destOrd="0" parTransId="{7D99A0B9-0969-47C8-98BC-10FA4931314A}" sibTransId="{41F35E2C-BE98-41EF-9AF2-D70D518BFC6F}"/>
    <dgm:cxn modelId="{48DD8133-B516-4C5F-82D2-37397F8F6021}" type="presOf" srcId="{6E910F27-8610-4FBD-8B23-73F118426368}" destId="{B7189B64-D39F-48BC-A139-5F25FDD40F1D}" srcOrd="0" destOrd="0" presId="urn:microsoft.com/office/officeart/2005/8/layout/chevron2"/>
    <dgm:cxn modelId="{4810FF3F-A65C-47DF-B567-898399E1336E}" srcId="{0AEB39FC-9FFD-4172-87C1-98D130DE1A32}" destId="{0D02546D-1E34-436F-A7BC-47D148A5EA0E}" srcOrd="2" destOrd="0" parTransId="{263ECB25-63C3-4A51-972D-A134C6B2A937}" sibTransId="{AAAC6E75-5B37-4358-80CE-FCAAE2044AD2}"/>
    <dgm:cxn modelId="{6132335B-9D5F-4EDD-B66E-68CDD3BE56DC}" srcId="{0AEB39FC-9FFD-4172-87C1-98D130DE1A32}" destId="{6C14BC98-F1DF-479B-B9A1-C52EE0102160}" srcOrd="0" destOrd="0" parTransId="{CC5B0969-91C1-47B2-B42F-B9A51EAC95B1}" sibTransId="{3FE65AB6-34A2-4FC3-845E-8490AE8C8BC9}"/>
    <dgm:cxn modelId="{A3105570-9C46-4465-A800-E434E3BD118F}" type="presOf" srcId="{0D02546D-1E34-436F-A7BC-47D148A5EA0E}" destId="{AD366B59-5233-4BD6-84BE-2EEDFC402A9A}" srcOrd="0" destOrd="0" presId="urn:microsoft.com/office/officeart/2005/8/layout/chevron2"/>
    <dgm:cxn modelId="{A0FC1151-48F2-447D-90D2-5B50DAB25EC8}" type="presOf" srcId="{14C3FB79-7E27-4911-9871-327FB2C3878D}" destId="{69128010-7025-4BD6-904C-509B6B13BFFB}" srcOrd="0" destOrd="0" presId="urn:microsoft.com/office/officeart/2005/8/layout/chevron2"/>
    <dgm:cxn modelId="{2A56AA51-E445-49ED-81AB-ABDE6E82DE11}" srcId="{0AEB39FC-9FFD-4172-87C1-98D130DE1A32}" destId="{14C3FB79-7E27-4911-9871-327FB2C3878D}" srcOrd="1" destOrd="0" parTransId="{A6DDB7BB-1089-411D-9BA8-020DDB9346D1}" sibTransId="{4C6F289A-03E1-4BAA-B1F1-666919699CB3}"/>
    <dgm:cxn modelId="{4E1D898C-A0ED-46C0-8E69-C465DDF7F8F1}" type="presOf" srcId="{F923B2E0-6BA7-4297-8CF5-66F5ADAE2177}" destId="{13960286-B422-415A-8AFA-790744C65B10}" srcOrd="0" destOrd="0" presId="urn:microsoft.com/office/officeart/2005/8/layout/chevron2"/>
    <dgm:cxn modelId="{BDE39A8D-9BAA-4FF2-BF23-DA5B7513F981}" type="presOf" srcId="{6C14BC98-F1DF-479B-B9A1-C52EE0102160}" destId="{FC508503-87A1-4C77-99A4-30273BACF16D}" srcOrd="0" destOrd="0" presId="urn:microsoft.com/office/officeart/2005/8/layout/chevron2"/>
    <dgm:cxn modelId="{898797BD-397E-4299-B5A0-F208EC9D9A18}" srcId="{6C14BC98-F1DF-479B-B9A1-C52EE0102160}" destId="{4E6B9611-7A48-4FBF-A000-316932AD1B0E}" srcOrd="0" destOrd="0" parTransId="{EB3C3F3C-B072-49D6-922C-89165539A862}" sibTransId="{D05E165B-E92E-4B30-89EE-71DF2479DA85}"/>
    <dgm:cxn modelId="{233BC5D6-5CC0-4055-B8E3-C7A66496BC0B}" type="presOf" srcId="{4E6B9611-7A48-4FBF-A000-316932AD1B0E}" destId="{DC1C027E-6FD5-469C-949A-1E90F3D4EE49}" srcOrd="0" destOrd="0" presId="urn:microsoft.com/office/officeart/2005/8/layout/chevron2"/>
    <dgm:cxn modelId="{00D6A5D9-7765-4192-9899-2F05F55F9F41}" type="presOf" srcId="{0AEB39FC-9FFD-4172-87C1-98D130DE1A32}" destId="{2F337C38-7889-4303-A535-FC01D89B7084}" srcOrd="0" destOrd="0" presId="urn:microsoft.com/office/officeart/2005/8/layout/chevron2"/>
    <dgm:cxn modelId="{A727EC31-FF8D-4987-935C-9E502E57D5D6}" type="presParOf" srcId="{2F337C38-7889-4303-A535-FC01D89B7084}" destId="{061E4BEF-71AC-4F51-A747-91C6403499C3}" srcOrd="0" destOrd="0" presId="urn:microsoft.com/office/officeart/2005/8/layout/chevron2"/>
    <dgm:cxn modelId="{4FF5E246-91B4-45D8-9163-74781C6016AD}" type="presParOf" srcId="{061E4BEF-71AC-4F51-A747-91C6403499C3}" destId="{FC508503-87A1-4C77-99A4-30273BACF16D}" srcOrd="0" destOrd="0" presId="urn:microsoft.com/office/officeart/2005/8/layout/chevron2"/>
    <dgm:cxn modelId="{F036DE87-5484-4773-A50B-F7976081ECD4}" type="presParOf" srcId="{061E4BEF-71AC-4F51-A747-91C6403499C3}" destId="{DC1C027E-6FD5-469C-949A-1E90F3D4EE49}" srcOrd="1" destOrd="0" presId="urn:microsoft.com/office/officeart/2005/8/layout/chevron2"/>
    <dgm:cxn modelId="{237B8E13-3C3C-4D0B-A9F9-2E7C927D488B}" type="presParOf" srcId="{2F337C38-7889-4303-A535-FC01D89B7084}" destId="{B03E71D6-C1DE-4769-B7EF-E986CDC39838}" srcOrd="1" destOrd="0" presId="urn:microsoft.com/office/officeart/2005/8/layout/chevron2"/>
    <dgm:cxn modelId="{74DA82C1-8693-407E-BC66-7514ED8ADB17}" type="presParOf" srcId="{2F337C38-7889-4303-A535-FC01D89B7084}" destId="{FCA1826A-3F85-469E-8171-9E085F5B97A1}" srcOrd="2" destOrd="0" presId="urn:microsoft.com/office/officeart/2005/8/layout/chevron2"/>
    <dgm:cxn modelId="{E60045BC-5706-4A5C-A8E7-6A18FA6D4DDE}" type="presParOf" srcId="{FCA1826A-3F85-469E-8171-9E085F5B97A1}" destId="{69128010-7025-4BD6-904C-509B6B13BFFB}" srcOrd="0" destOrd="0" presId="urn:microsoft.com/office/officeart/2005/8/layout/chevron2"/>
    <dgm:cxn modelId="{3470C718-886F-4684-ACF4-855BB07EE7BA}" type="presParOf" srcId="{FCA1826A-3F85-469E-8171-9E085F5B97A1}" destId="{13960286-B422-415A-8AFA-790744C65B10}" srcOrd="1" destOrd="0" presId="urn:microsoft.com/office/officeart/2005/8/layout/chevron2"/>
    <dgm:cxn modelId="{2318D6C8-527D-4A31-9497-BDA925B50083}" type="presParOf" srcId="{2F337C38-7889-4303-A535-FC01D89B7084}" destId="{59DCFD85-7BE9-4DF0-A3D1-34EDEB33A145}" srcOrd="3" destOrd="0" presId="urn:microsoft.com/office/officeart/2005/8/layout/chevron2"/>
    <dgm:cxn modelId="{2CEEF320-A23C-41F9-B7AB-1E5DE9702978}" type="presParOf" srcId="{2F337C38-7889-4303-A535-FC01D89B7084}" destId="{97915C02-177A-44A4-A682-3F4E10A5880A}" srcOrd="4" destOrd="0" presId="urn:microsoft.com/office/officeart/2005/8/layout/chevron2"/>
    <dgm:cxn modelId="{4D470F80-2E48-47CC-9EEE-6AEEB3BAF2DC}" type="presParOf" srcId="{97915C02-177A-44A4-A682-3F4E10A5880A}" destId="{AD366B59-5233-4BD6-84BE-2EEDFC402A9A}" srcOrd="0" destOrd="0" presId="urn:microsoft.com/office/officeart/2005/8/layout/chevron2"/>
    <dgm:cxn modelId="{9A401EEB-A6A6-4A7B-91C4-2C9D26136DBD}" type="presParOf" srcId="{97915C02-177A-44A4-A682-3F4E10A5880A}" destId="{B7189B64-D39F-48BC-A139-5F25FDD40F1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AEB39FC-9FFD-4172-87C1-98D130DE1A32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14BC98-F1DF-479B-B9A1-C52EE0102160}">
      <dgm:prSet phldrT="[Text]" custT="1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sz="2000" b="0" i="0" dirty="0"/>
            <a:t>Engine</a:t>
          </a:r>
          <a:endParaRPr lang="en-US" sz="2000" dirty="0"/>
        </a:p>
      </dgm:t>
    </dgm:pt>
    <dgm:pt modelId="{CC5B0969-91C1-47B2-B42F-B9A51EAC95B1}" type="parTrans" cxnId="{6132335B-9D5F-4EDD-B66E-68CDD3BE56DC}">
      <dgm:prSet/>
      <dgm:spPr/>
      <dgm:t>
        <a:bodyPr/>
        <a:lstStyle/>
        <a:p>
          <a:endParaRPr lang="en-US"/>
        </a:p>
      </dgm:t>
    </dgm:pt>
    <dgm:pt modelId="{3FE65AB6-34A2-4FC3-845E-8490AE8C8BC9}" type="sibTrans" cxnId="{6132335B-9D5F-4EDD-B66E-68CDD3BE56DC}">
      <dgm:prSet/>
      <dgm:spPr/>
      <dgm:t>
        <a:bodyPr/>
        <a:lstStyle/>
        <a:p>
          <a:endParaRPr lang="en-US"/>
        </a:p>
      </dgm:t>
    </dgm:pt>
    <dgm:pt modelId="{0A382536-B6C4-4216-90DE-DCE698B58A21}">
      <dgm:prSet custT="1"/>
      <dgm:spPr/>
      <dgm:t>
        <a:bodyPr/>
        <a:lstStyle/>
        <a:p>
          <a:pPr>
            <a:buNone/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InnoDB → referential integrity + transactions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5573C2-16C0-42EB-950F-632CD6D6083B}" type="parTrans" cxnId="{C282F9C3-E91A-4EAD-B173-91DB477F22D5}">
      <dgm:prSet/>
      <dgm:spPr/>
      <dgm:t>
        <a:bodyPr/>
        <a:lstStyle/>
        <a:p>
          <a:endParaRPr lang="en-US"/>
        </a:p>
      </dgm:t>
    </dgm:pt>
    <dgm:pt modelId="{FE91CEEE-90BC-4507-877B-FDC74933C16D}" type="sibTrans" cxnId="{C282F9C3-E91A-4EAD-B173-91DB477F22D5}">
      <dgm:prSet/>
      <dgm:spPr/>
      <dgm:t>
        <a:bodyPr/>
        <a:lstStyle/>
        <a:p>
          <a:endParaRPr lang="en-US"/>
        </a:p>
      </dgm:t>
    </dgm:pt>
    <dgm:pt modelId="{2F337C38-7889-4303-A535-FC01D89B7084}" type="pres">
      <dgm:prSet presAssocID="{0AEB39FC-9FFD-4172-87C1-98D130DE1A32}" presName="linearFlow" presStyleCnt="0">
        <dgm:presLayoutVars>
          <dgm:dir/>
          <dgm:animLvl val="lvl"/>
          <dgm:resizeHandles val="exact"/>
        </dgm:presLayoutVars>
      </dgm:prSet>
      <dgm:spPr/>
    </dgm:pt>
    <dgm:pt modelId="{061E4BEF-71AC-4F51-A747-91C6403499C3}" type="pres">
      <dgm:prSet presAssocID="{6C14BC98-F1DF-479B-B9A1-C52EE0102160}" presName="composite" presStyleCnt="0"/>
      <dgm:spPr/>
    </dgm:pt>
    <dgm:pt modelId="{FC508503-87A1-4C77-99A4-30273BACF16D}" type="pres">
      <dgm:prSet presAssocID="{6C14BC98-F1DF-479B-B9A1-C52EE0102160}" presName="parentText" presStyleLbl="alignNode1" presStyleIdx="0" presStyleCnt="1" custScaleX="99525" custLinFactNeighborX="0" custLinFactNeighborY="-2608">
        <dgm:presLayoutVars>
          <dgm:chMax val="1"/>
          <dgm:bulletEnabled val="1"/>
        </dgm:presLayoutVars>
      </dgm:prSet>
      <dgm:spPr/>
    </dgm:pt>
    <dgm:pt modelId="{DC1C027E-6FD5-469C-949A-1E90F3D4EE49}" type="pres">
      <dgm:prSet presAssocID="{6C14BC98-F1DF-479B-B9A1-C52EE0102160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6132335B-9D5F-4EDD-B66E-68CDD3BE56DC}" srcId="{0AEB39FC-9FFD-4172-87C1-98D130DE1A32}" destId="{6C14BC98-F1DF-479B-B9A1-C52EE0102160}" srcOrd="0" destOrd="0" parTransId="{CC5B0969-91C1-47B2-B42F-B9A51EAC95B1}" sibTransId="{3FE65AB6-34A2-4FC3-845E-8490AE8C8BC9}"/>
    <dgm:cxn modelId="{BDE39A8D-9BAA-4FF2-BF23-DA5B7513F981}" type="presOf" srcId="{6C14BC98-F1DF-479B-B9A1-C52EE0102160}" destId="{FC508503-87A1-4C77-99A4-30273BACF16D}" srcOrd="0" destOrd="0" presId="urn:microsoft.com/office/officeart/2005/8/layout/chevron2"/>
    <dgm:cxn modelId="{09100FB5-6057-4DF3-B4DC-93CAF1AD5202}" type="presOf" srcId="{0A382536-B6C4-4216-90DE-DCE698B58A21}" destId="{DC1C027E-6FD5-469C-949A-1E90F3D4EE49}" srcOrd="0" destOrd="0" presId="urn:microsoft.com/office/officeart/2005/8/layout/chevron2"/>
    <dgm:cxn modelId="{C282F9C3-E91A-4EAD-B173-91DB477F22D5}" srcId="{6C14BC98-F1DF-479B-B9A1-C52EE0102160}" destId="{0A382536-B6C4-4216-90DE-DCE698B58A21}" srcOrd="0" destOrd="0" parTransId="{175573C2-16C0-42EB-950F-632CD6D6083B}" sibTransId="{FE91CEEE-90BC-4507-877B-FDC74933C16D}"/>
    <dgm:cxn modelId="{00D6A5D9-7765-4192-9899-2F05F55F9F41}" type="presOf" srcId="{0AEB39FC-9FFD-4172-87C1-98D130DE1A32}" destId="{2F337C38-7889-4303-A535-FC01D89B7084}" srcOrd="0" destOrd="0" presId="urn:microsoft.com/office/officeart/2005/8/layout/chevron2"/>
    <dgm:cxn modelId="{A727EC31-FF8D-4987-935C-9E502E57D5D6}" type="presParOf" srcId="{2F337C38-7889-4303-A535-FC01D89B7084}" destId="{061E4BEF-71AC-4F51-A747-91C6403499C3}" srcOrd="0" destOrd="0" presId="urn:microsoft.com/office/officeart/2005/8/layout/chevron2"/>
    <dgm:cxn modelId="{4FF5E246-91B4-45D8-9163-74781C6016AD}" type="presParOf" srcId="{061E4BEF-71AC-4F51-A747-91C6403499C3}" destId="{FC508503-87A1-4C77-99A4-30273BACF16D}" srcOrd="0" destOrd="0" presId="urn:microsoft.com/office/officeart/2005/8/layout/chevron2"/>
    <dgm:cxn modelId="{F036DE87-5484-4773-A50B-F7976081ECD4}" type="presParOf" srcId="{061E4BEF-71AC-4F51-A747-91C6403499C3}" destId="{DC1C027E-6FD5-469C-949A-1E90F3D4EE4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AEB39FC-9FFD-4172-87C1-98D130DE1A32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14BC98-F1DF-479B-B9A1-C52EE0102160}">
      <dgm:prSet phldrT="[Text]" phldr="0" custT="1"/>
      <dgm:spPr>
        <a:solidFill>
          <a:srgbClr val="A66A48"/>
        </a:solidFill>
        <a:ln>
          <a:noFill/>
        </a:ln>
      </dgm:spPr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Age gates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5B0969-91C1-47B2-B42F-B9A51EAC95B1}" type="parTrans" cxnId="{6132335B-9D5F-4EDD-B66E-68CDD3BE56DC}">
      <dgm:prSet/>
      <dgm:spPr/>
      <dgm:t>
        <a:bodyPr/>
        <a:lstStyle/>
        <a:p>
          <a:endParaRPr lang="en-US"/>
        </a:p>
      </dgm:t>
    </dgm:pt>
    <dgm:pt modelId="{3FE65AB6-34A2-4FC3-845E-8490AE8C8BC9}" type="sibTrans" cxnId="{6132335B-9D5F-4EDD-B66E-68CDD3BE56DC}">
      <dgm:prSet/>
      <dgm:spPr/>
      <dgm:t>
        <a:bodyPr/>
        <a:lstStyle/>
        <a:p>
          <a:endParaRPr lang="en-US"/>
        </a:p>
      </dgm:t>
    </dgm:pt>
    <dgm:pt modelId="{14C3FB79-7E27-4911-9871-327FB2C3878D}">
      <dgm:prSet phldrT="[Text]" custT="1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sz="12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Inventory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DDB7BB-1089-411D-9BA8-020DDB9346D1}" type="parTrans" cxnId="{2A56AA51-E445-49ED-81AB-ABDE6E82DE11}">
      <dgm:prSet/>
      <dgm:spPr/>
      <dgm:t>
        <a:bodyPr/>
        <a:lstStyle/>
        <a:p>
          <a:endParaRPr lang="en-US"/>
        </a:p>
      </dgm:t>
    </dgm:pt>
    <dgm:pt modelId="{4C6F289A-03E1-4BAA-B1F1-666919699CB3}" type="sibTrans" cxnId="{2A56AA51-E445-49ED-81AB-ABDE6E82DE11}">
      <dgm:prSet/>
      <dgm:spPr/>
      <dgm:t>
        <a:bodyPr/>
        <a:lstStyle/>
        <a:p>
          <a:endParaRPr lang="en-US"/>
        </a:p>
      </dgm:t>
    </dgm:pt>
    <dgm:pt modelId="{0D02546D-1E34-436F-A7BC-47D148A5EA0E}">
      <dgm:prSet phldrT="[Text]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Borrowing limits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3ECB25-63C3-4A51-972D-A134C6B2A937}" type="parTrans" cxnId="{4810FF3F-A65C-47DF-B567-898399E1336E}">
      <dgm:prSet/>
      <dgm:spPr/>
      <dgm:t>
        <a:bodyPr/>
        <a:lstStyle/>
        <a:p>
          <a:endParaRPr lang="en-US"/>
        </a:p>
      </dgm:t>
    </dgm:pt>
    <dgm:pt modelId="{AAAC6E75-5B37-4358-80CE-FCAAE2044AD2}" type="sibTrans" cxnId="{4810FF3F-A65C-47DF-B567-898399E1336E}">
      <dgm:prSet/>
      <dgm:spPr/>
      <dgm:t>
        <a:bodyPr/>
        <a:lstStyle/>
        <a:p>
          <a:endParaRPr lang="en-US"/>
        </a:p>
      </dgm:t>
    </dgm:pt>
    <dgm:pt modelId="{4E6B9611-7A48-4FBF-A000-316932AD1B0E}">
      <dgm:prSet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2000" b="0" i="0" dirty="0"/>
            <a:t>User ≥ 15, Staff ≥ 25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3C3F3C-B072-49D6-922C-89165539A862}" type="parTrans" cxnId="{898797BD-397E-4299-B5A0-F208EC9D9A18}">
      <dgm:prSet/>
      <dgm:spPr/>
      <dgm:t>
        <a:bodyPr/>
        <a:lstStyle/>
        <a:p>
          <a:endParaRPr lang="en-US"/>
        </a:p>
      </dgm:t>
    </dgm:pt>
    <dgm:pt modelId="{D05E165B-E92E-4B30-89EE-71DF2479DA85}" type="sibTrans" cxnId="{898797BD-397E-4299-B5A0-F208EC9D9A18}">
      <dgm:prSet/>
      <dgm:spPr/>
      <dgm:t>
        <a:bodyPr/>
        <a:lstStyle/>
        <a:p>
          <a:endParaRPr lang="en-US"/>
        </a:p>
      </dgm:t>
    </dgm:pt>
    <dgm:pt modelId="{F923B2E0-6BA7-4297-8CF5-66F5ADAE2177}">
      <dgm:prSet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2000" b="0" i="0" dirty="0"/>
            <a:t>available_copies ≤ total_copies, never negative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99A0B9-0969-47C8-98BC-10FA4931314A}" type="parTrans" cxnId="{7F52D826-AA41-4A21-A866-6617A4057F97}">
      <dgm:prSet/>
      <dgm:spPr/>
      <dgm:t>
        <a:bodyPr/>
        <a:lstStyle/>
        <a:p>
          <a:endParaRPr lang="en-US"/>
        </a:p>
      </dgm:t>
    </dgm:pt>
    <dgm:pt modelId="{41F35E2C-BE98-41EF-9AF2-D70D518BFC6F}" type="sibTrans" cxnId="{7F52D826-AA41-4A21-A866-6617A4057F97}">
      <dgm:prSet/>
      <dgm:spPr/>
      <dgm:t>
        <a:bodyPr/>
        <a:lstStyle/>
        <a:p>
          <a:endParaRPr lang="en-US"/>
        </a:p>
      </dgm:t>
    </dgm:pt>
    <dgm:pt modelId="{6E910F27-8610-4FBD-8B23-73F118426368}">
      <dgm:prSet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2000" b="0" i="0" dirty="0"/>
            <a:t>Student 3, Faculty 10, External 5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E43249-585E-4ACE-A8ED-7A7F8FF8B444}" type="parTrans" cxnId="{B8B80303-A74A-4E32-9A93-32937100CAD3}">
      <dgm:prSet/>
      <dgm:spPr/>
      <dgm:t>
        <a:bodyPr/>
        <a:lstStyle/>
        <a:p>
          <a:endParaRPr lang="en-US"/>
        </a:p>
      </dgm:t>
    </dgm:pt>
    <dgm:pt modelId="{958A0C86-0D70-4EDF-92FB-432DCE2500EF}" type="sibTrans" cxnId="{B8B80303-A74A-4E32-9A93-32937100CAD3}">
      <dgm:prSet/>
      <dgm:spPr/>
      <dgm:t>
        <a:bodyPr/>
        <a:lstStyle/>
        <a:p>
          <a:endParaRPr lang="en-US"/>
        </a:p>
      </dgm:t>
    </dgm:pt>
    <dgm:pt modelId="{2F337C38-7889-4303-A535-FC01D89B7084}" type="pres">
      <dgm:prSet presAssocID="{0AEB39FC-9FFD-4172-87C1-98D130DE1A32}" presName="linearFlow" presStyleCnt="0">
        <dgm:presLayoutVars>
          <dgm:dir/>
          <dgm:animLvl val="lvl"/>
          <dgm:resizeHandles val="exact"/>
        </dgm:presLayoutVars>
      </dgm:prSet>
      <dgm:spPr/>
    </dgm:pt>
    <dgm:pt modelId="{061E4BEF-71AC-4F51-A747-91C6403499C3}" type="pres">
      <dgm:prSet presAssocID="{6C14BC98-F1DF-479B-B9A1-C52EE0102160}" presName="composite" presStyleCnt="0"/>
      <dgm:spPr/>
    </dgm:pt>
    <dgm:pt modelId="{FC508503-87A1-4C77-99A4-30273BACF16D}" type="pres">
      <dgm:prSet presAssocID="{6C14BC98-F1DF-479B-B9A1-C52EE0102160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C1C027E-6FD5-469C-949A-1E90F3D4EE49}" type="pres">
      <dgm:prSet presAssocID="{6C14BC98-F1DF-479B-B9A1-C52EE0102160}" presName="descendantText" presStyleLbl="alignAcc1" presStyleIdx="0" presStyleCnt="3">
        <dgm:presLayoutVars>
          <dgm:bulletEnabled val="1"/>
        </dgm:presLayoutVars>
      </dgm:prSet>
      <dgm:spPr/>
    </dgm:pt>
    <dgm:pt modelId="{B03E71D6-C1DE-4769-B7EF-E986CDC39838}" type="pres">
      <dgm:prSet presAssocID="{3FE65AB6-34A2-4FC3-845E-8490AE8C8BC9}" presName="sp" presStyleCnt="0"/>
      <dgm:spPr/>
    </dgm:pt>
    <dgm:pt modelId="{FCA1826A-3F85-469E-8171-9E085F5B97A1}" type="pres">
      <dgm:prSet presAssocID="{14C3FB79-7E27-4911-9871-327FB2C3878D}" presName="composite" presStyleCnt="0"/>
      <dgm:spPr/>
    </dgm:pt>
    <dgm:pt modelId="{69128010-7025-4BD6-904C-509B6B13BFFB}" type="pres">
      <dgm:prSet presAssocID="{14C3FB79-7E27-4911-9871-327FB2C3878D}" presName="parentText" presStyleLbl="alignNode1" presStyleIdx="1" presStyleCnt="3" custLinFactNeighborX="0">
        <dgm:presLayoutVars>
          <dgm:chMax val="1"/>
          <dgm:bulletEnabled val="1"/>
        </dgm:presLayoutVars>
      </dgm:prSet>
      <dgm:spPr/>
    </dgm:pt>
    <dgm:pt modelId="{13960286-B422-415A-8AFA-790744C65B10}" type="pres">
      <dgm:prSet presAssocID="{14C3FB79-7E27-4911-9871-327FB2C3878D}" presName="descendantText" presStyleLbl="alignAcc1" presStyleIdx="1" presStyleCnt="3">
        <dgm:presLayoutVars>
          <dgm:bulletEnabled val="1"/>
        </dgm:presLayoutVars>
      </dgm:prSet>
      <dgm:spPr/>
    </dgm:pt>
    <dgm:pt modelId="{59DCFD85-7BE9-4DF0-A3D1-34EDEB33A145}" type="pres">
      <dgm:prSet presAssocID="{4C6F289A-03E1-4BAA-B1F1-666919699CB3}" presName="sp" presStyleCnt="0"/>
      <dgm:spPr/>
    </dgm:pt>
    <dgm:pt modelId="{97915C02-177A-44A4-A682-3F4E10A5880A}" type="pres">
      <dgm:prSet presAssocID="{0D02546D-1E34-436F-A7BC-47D148A5EA0E}" presName="composite" presStyleCnt="0"/>
      <dgm:spPr/>
    </dgm:pt>
    <dgm:pt modelId="{AD366B59-5233-4BD6-84BE-2EEDFC402A9A}" type="pres">
      <dgm:prSet presAssocID="{0D02546D-1E34-436F-A7BC-47D148A5EA0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7189B64-D39F-48BC-A139-5F25FDD40F1D}" type="pres">
      <dgm:prSet presAssocID="{0D02546D-1E34-436F-A7BC-47D148A5EA0E}" presName="descendantText" presStyleLbl="alignAcc1" presStyleIdx="2" presStyleCnt="3" custLinFactNeighborY="-1270">
        <dgm:presLayoutVars>
          <dgm:bulletEnabled val="1"/>
        </dgm:presLayoutVars>
      </dgm:prSet>
      <dgm:spPr/>
    </dgm:pt>
  </dgm:ptLst>
  <dgm:cxnLst>
    <dgm:cxn modelId="{B8B80303-A74A-4E32-9A93-32937100CAD3}" srcId="{0D02546D-1E34-436F-A7BC-47D148A5EA0E}" destId="{6E910F27-8610-4FBD-8B23-73F118426368}" srcOrd="0" destOrd="0" parTransId="{ABE43249-585E-4ACE-A8ED-7A7F8FF8B444}" sibTransId="{958A0C86-0D70-4EDF-92FB-432DCE2500EF}"/>
    <dgm:cxn modelId="{7F52D826-AA41-4A21-A866-6617A4057F97}" srcId="{14C3FB79-7E27-4911-9871-327FB2C3878D}" destId="{F923B2E0-6BA7-4297-8CF5-66F5ADAE2177}" srcOrd="0" destOrd="0" parTransId="{7D99A0B9-0969-47C8-98BC-10FA4931314A}" sibTransId="{41F35E2C-BE98-41EF-9AF2-D70D518BFC6F}"/>
    <dgm:cxn modelId="{48DD8133-B516-4C5F-82D2-37397F8F6021}" type="presOf" srcId="{6E910F27-8610-4FBD-8B23-73F118426368}" destId="{B7189B64-D39F-48BC-A139-5F25FDD40F1D}" srcOrd="0" destOrd="0" presId="urn:microsoft.com/office/officeart/2005/8/layout/chevron2"/>
    <dgm:cxn modelId="{4810FF3F-A65C-47DF-B567-898399E1336E}" srcId="{0AEB39FC-9FFD-4172-87C1-98D130DE1A32}" destId="{0D02546D-1E34-436F-A7BC-47D148A5EA0E}" srcOrd="2" destOrd="0" parTransId="{263ECB25-63C3-4A51-972D-A134C6B2A937}" sibTransId="{AAAC6E75-5B37-4358-80CE-FCAAE2044AD2}"/>
    <dgm:cxn modelId="{6132335B-9D5F-4EDD-B66E-68CDD3BE56DC}" srcId="{0AEB39FC-9FFD-4172-87C1-98D130DE1A32}" destId="{6C14BC98-F1DF-479B-B9A1-C52EE0102160}" srcOrd="0" destOrd="0" parTransId="{CC5B0969-91C1-47B2-B42F-B9A51EAC95B1}" sibTransId="{3FE65AB6-34A2-4FC3-845E-8490AE8C8BC9}"/>
    <dgm:cxn modelId="{A3105570-9C46-4465-A800-E434E3BD118F}" type="presOf" srcId="{0D02546D-1E34-436F-A7BC-47D148A5EA0E}" destId="{AD366B59-5233-4BD6-84BE-2EEDFC402A9A}" srcOrd="0" destOrd="0" presId="urn:microsoft.com/office/officeart/2005/8/layout/chevron2"/>
    <dgm:cxn modelId="{A0FC1151-48F2-447D-90D2-5B50DAB25EC8}" type="presOf" srcId="{14C3FB79-7E27-4911-9871-327FB2C3878D}" destId="{69128010-7025-4BD6-904C-509B6B13BFFB}" srcOrd="0" destOrd="0" presId="urn:microsoft.com/office/officeart/2005/8/layout/chevron2"/>
    <dgm:cxn modelId="{2A56AA51-E445-49ED-81AB-ABDE6E82DE11}" srcId="{0AEB39FC-9FFD-4172-87C1-98D130DE1A32}" destId="{14C3FB79-7E27-4911-9871-327FB2C3878D}" srcOrd="1" destOrd="0" parTransId="{A6DDB7BB-1089-411D-9BA8-020DDB9346D1}" sibTransId="{4C6F289A-03E1-4BAA-B1F1-666919699CB3}"/>
    <dgm:cxn modelId="{4E1D898C-A0ED-46C0-8E69-C465DDF7F8F1}" type="presOf" srcId="{F923B2E0-6BA7-4297-8CF5-66F5ADAE2177}" destId="{13960286-B422-415A-8AFA-790744C65B10}" srcOrd="0" destOrd="0" presId="urn:microsoft.com/office/officeart/2005/8/layout/chevron2"/>
    <dgm:cxn modelId="{BDE39A8D-9BAA-4FF2-BF23-DA5B7513F981}" type="presOf" srcId="{6C14BC98-F1DF-479B-B9A1-C52EE0102160}" destId="{FC508503-87A1-4C77-99A4-30273BACF16D}" srcOrd="0" destOrd="0" presId="urn:microsoft.com/office/officeart/2005/8/layout/chevron2"/>
    <dgm:cxn modelId="{898797BD-397E-4299-B5A0-F208EC9D9A18}" srcId="{6C14BC98-F1DF-479B-B9A1-C52EE0102160}" destId="{4E6B9611-7A48-4FBF-A000-316932AD1B0E}" srcOrd="0" destOrd="0" parTransId="{EB3C3F3C-B072-49D6-922C-89165539A862}" sibTransId="{D05E165B-E92E-4B30-89EE-71DF2479DA85}"/>
    <dgm:cxn modelId="{233BC5D6-5CC0-4055-B8E3-C7A66496BC0B}" type="presOf" srcId="{4E6B9611-7A48-4FBF-A000-316932AD1B0E}" destId="{DC1C027E-6FD5-469C-949A-1E90F3D4EE49}" srcOrd="0" destOrd="0" presId="urn:microsoft.com/office/officeart/2005/8/layout/chevron2"/>
    <dgm:cxn modelId="{00D6A5D9-7765-4192-9899-2F05F55F9F41}" type="presOf" srcId="{0AEB39FC-9FFD-4172-87C1-98D130DE1A32}" destId="{2F337C38-7889-4303-A535-FC01D89B7084}" srcOrd="0" destOrd="0" presId="urn:microsoft.com/office/officeart/2005/8/layout/chevron2"/>
    <dgm:cxn modelId="{A727EC31-FF8D-4987-935C-9E502E57D5D6}" type="presParOf" srcId="{2F337C38-7889-4303-A535-FC01D89B7084}" destId="{061E4BEF-71AC-4F51-A747-91C6403499C3}" srcOrd="0" destOrd="0" presId="urn:microsoft.com/office/officeart/2005/8/layout/chevron2"/>
    <dgm:cxn modelId="{4FF5E246-91B4-45D8-9163-74781C6016AD}" type="presParOf" srcId="{061E4BEF-71AC-4F51-A747-91C6403499C3}" destId="{FC508503-87A1-4C77-99A4-30273BACF16D}" srcOrd="0" destOrd="0" presId="urn:microsoft.com/office/officeart/2005/8/layout/chevron2"/>
    <dgm:cxn modelId="{F036DE87-5484-4773-A50B-F7976081ECD4}" type="presParOf" srcId="{061E4BEF-71AC-4F51-A747-91C6403499C3}" destId="{DC1C027E-6FD5-469C-949A-1E90F3D4EE49}" srcOrd="1" destOrd="0" presId="urn:microsoft.com/office/officeart/2005/8/layout/chevron2"/>
    <dgm:cxn modelId="{237B8E13-3C3C-4D0B-A9F9-2E7C927D488B}" type="presParOf" srcId="{2F337C38-7889-4303-A535-FC01D89B7084}" destId="{B03E71D6-C1DE-4769-B7EF-E986CDC39838}" srcOrd="1" destOrd="0" presId="urn:microsoft.com/office/officeart/2005/8/layout/chevron2"/>
    <dgm:cxn modelId="{74DA82C1-8693-407E-BC66-7514ED8ADB17}" type="presParOf" srcId="{2F337C38-7889-4303-A535-FC01D89B7084}" destId="{FCA1826A-3F85-469E-8171-9E085F5B97A1}" srcOrd="2" destOrd="0" presId="urn:microsoft.com/office/officeart/2005/8/layout/chevron2"/>
    <dgm:cxn modelId="{E60045BC-5706-4A5C-A8E7-6A18FA6D4DDE}" type="presParOf" srcId="{FCA1826A-3F85-469E-8171-9E085F5B97A1}" destId="{69128010-7025-4BD6-904C-509B6B13BFFB}" srcOrd="0" destOrd="0" presId="urn:microsoft.com/office/officeart/2005/8/layout/chevron2"/>
    <dgm:cxn modelId="{3470C718-886F-4684-ACF4-855BB07EE7BA}" type="presParOf" srcId="{FCA1826A-3F85-469E-8171-9E085F5B97A1}" destId="{13960286-B422-415A-8AFA-790744C65B10}" srcOrd="1" destOrd="0" presId="urn:microsoft.com/office/officeart/2005/8/layout/chevron2"/>
    <dgm:cxn modelId="{2318D6C8-527D-4A31-9497-BDA925B50083}" type="presParOf" srcId="{2F337C38-7889-4303-A535-FC01D89B7084}" destId="{59DCFD85-7BE9-4DF0-A3D1-34EDEB33A145}" srcOrd="3" destOrd="0" presId="urn:microsoft.com/office/officeart/2005/8/layout/chevron2"/>
    <dgm:cxn modelId="{2CEEF320-A23C-41F9-B7AB-1E5DE9702978}" type="presParOf" srcId="{2F337C38-7889-4303-A535-FC01D89B7084}" destId="{97915C02-177A-44A4-A682-3F4E10A5880A}" srcOrd="4" destOrd="0" presId="urn:microsoft.com/office/officeart/2005/8/layout/chevron2"/>
    <dgm:cxn modelId="{4D470F80-2E48-47CC-9EEE-6AEEB3BAF2DC}" type="presParOf" srcId="{97915C02-177A-44A4-A682-3F4E10A5880A}" destId="{AD366B59-5233-4BD6-84BE-2EEDFC402A9A}" srcOrd="0" destOrd="0" presId="urn:microsoft.com/office/officeart/2005/8/layout/chevron2"/>
    <dgm:cxn modelId="{9A401EEB-A6A6-4A7B-91C4-2C9D26136DBD}" type="presParOf" srcId="{97915C02-177A-44A4-A682-3F4E10A5880A}" destId="{B7189B64-D39F-48BC-A139-5F25FDD40F1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AEB39FC-9FFD-4172-87C1-98D130DE1A32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14BC98-F1DF-479B-B9A1-C52EE0102160}">
      <dgm:prSet phldrT="[Text]" custT="1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Temporal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5B0969-91C1-47B2-B42F-B9A51EAC95B1}" type="parTrans" cxnId="{6132335B-9D5F-4EDD-B66E-68CDD3BE56DC}">
      <dgm:prSet/>
      <dgm:spPr/>
      <dgm:t>
        <a:bodyPr/>
        <a:lstStyle/>
        <a:p>
          <a:endParaRPr lang="en-US"/>
        </a:p>
      </dgm:t>
    </dgm:pt>
    <dgm:pt modelId="{3FE65AB6-34A2-4FC3-845E-8490AE8C8BC9}" type="sibTrans" cxnId="{6132335B-9D5F-4EDD-B66E-68CDD3BE56DC}">
      <dgm:prSet/>
      <dgm:spPr/>
      <dgm:t>
        <a:bodyPr/>
        <a:lstStyle/>
        <a:p>
          <a:endParaRPr lang="en-US"/>
        </a:p>
      </dgm:t>
    </dgm:pt>
    <dgm:pt modelId="{0A382536-B6C4-4216-90DE-DCE698B58A21}">
      <dgm:prSet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return_date ≥ process_date; due_date = process_date + 14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5573C2-16C0-42EB-950F-632CD6D6083B}" type="parTrans" cxnId="{C282F9C3-E91A-4EAD-B173-91DB477F22D5}">
      <dgm:prSet/>
      <dgm:spPr/>
      <dgm:t>
        <a:bodyPr/>
        <a:lstStyle/>
        <a:p>
          <a:endParaRPr lang="en-US"/>
        </a:p>
      </dgm:t>
    </dgm:pt>
    <dgm:pt modelId="{FE91CEEE-90BC-4507-877B-FDC74933C16D}" type="sibTrans" cxnId="{C282F9C3-E91A-4EAD-B173-91DB477F22D5}">
      <dgm:prSet/>
      <dgm:spPr/>
      <dgm:t>
        <a:bodyPr/>
        <a:lstStyle/>
        <a:p>
          <a:endParaRPr lang="en-US"/>
        </a:p>
      </dgm:t>
    </dgm:pt>
    <dgm:pt modelId="{2F337C38-7889-4303-A535-FC01D89B7084}" type="pres">
      <dgm:prSet presAssocID="{0AEB39FC-9FFD-4172-87C1-98D130DE1A32}" presName="linearFlow" presStyleCnt="0">
        <dgm:presLayoutVars>
          <dgm:dir/>
          <dgm:animLvl val="lvl"/>
          <dgm:resizeHandles val="exact"/>
        </dgm:presLayoutVars>
      </dgm:prSet>
      <dgm:spPr/>
    </dgm:pt>
    <dgm:pt modelId="{061E4BEF-71AC-4F51-A747-91C6403499C3}" type="pres">
      <dgm:prSet presAssocID="{6C14BC98-F1DF-479B-B9A1-C52EE0102160}" presName="composite" presStyleCnt="0"/>
      <dgm:spPr/>
    </dgm:pt>
    <dgm:pt modelId="{FC508503-87A1-4C77-99A4-30273BACF16D}" type="pres">
      <dgm:prSet presAssocID="{6C14BC98-F1DF-479B-B9A1-C52EE0102160}" presName="parentText" presStyleLbl="alignNode1" presStyleIdx="0" presStyleCnt="1" custScaleX="99525" custLinFactNeighborX="0" custLinFactNeighborY="-2608">
        <dgm:presLayoutVars>
          <dgm:chMax val="1"/>
          <dgm:bulletEnabled val="1"/>
        </dgm:presLayoutVars>
      </dgm:prSet>
      <dgm:spPr/>
    </dgm:pt>
    <dgm:pt modelId="{DC1C027E-6FD5-469C-949A-1E90F3D4EE49}" type="pres">
      <dgm:prSet presAssocID="{6C14BC98-F1DF-479B-B9A1-C52EE0102160}" presName="descendantText" presStyleLbl="alignAcc1" presStyleIdx="0" presStyleCnt="1" custLinFactNeighborX="0" custLinFactNeighborY="2196">
        <dgm:presLayoutVars>
          <dgm:bulletEnabled val="1"/>
        </dgm:presLayoutVars>
      </dgm:prSet>
      <dgm:spPr/>
    </dgm:pt>
  </dgm:ptLst>
  <dgm:cxnLst>
    <dgm:cxn modelId="{6132335B-9D5F-4EDD-B66E-68CDD3BE56DC}" srcId="{0AEB39FC-9FFD-4172-87C1-98D130DE1A32}" destId="{6C14BC98-F1DF-479B-B9A1-C52EE0102160}" srcOrd="0" destOrd="0" parTransId="{CC5B0969-91C1-47B2-B42F-B9A51EAC95B1}" sibTransId="{3FE65AB6-34A2-4FC3-845E-8490AE8C8BC9}"/>
    <dgm:cxn modelId="{BDE39A8D-9BAA-4FF2-BF23-DA5B7513F981}" type="presOf" srcId="{6C14BC98-F1DF-479B-B9A1-C52EE0102160}" destId="{FC508503-87A1-4C77-99A4-30273BACF16D}" srcOrd="0" destOrd="0" presId="urn:microsoft.com/office/officeart/2005/8/layout/chevron2"/>
    <dgm:cxn modelId="{09100FB5-6057-4DF3-B4DC-93CAF1AD5202}" type="presOf" srcId="{0A382536-B6C4-4216-90DE-DCE698B58A21}" destId="{DC1C027E-6FD5-469C-949A-1E90F3D4EE49}" srcOrd="0" destOrd="0" presId="urn:microsoft.com/office/officeart/2005/8/layout/chevron2"/>
    <dgm:cxn modelId="{C282F9C3-E91A-4EAD-B173-91DB477F22D5}" srcId="{6C14BC98-F1DF-479B-B9A1-C52EE0102160}" destId="{0A382536-B6C4-4216-90DE-DCE698B58A21}" srcOrd="0" destOrd="0" parTransId="{175573C2-16C0-42EB-950F-632CD6D6083B}" sibTransId="{FE91CEEE-90BC-4507-877B-FDC74933C16D}"/>
    <dgm:cxn modelId="{00D6A5D9-7765-4192-9899-2F05F55F9F41}" type="presOf" srcId="{0AEB39FC-9FFD-4172-87C1-98D130DE1A32}" destId="{2F337C38-7889-4303-A535-FC01D89B7084}" srcOrd="0" destOrd="0" presId="urn:microsoft.com/office/officeart/2005/8/layout/chevron2"/>
    <dgm:cxn modelId="{A727EC31-FF8D-4987-935C-9E502E57D5D6}" type="presParOf" srcId="{2F337C38-7889-4303-A535-FC01D89B7084}" destId="{061E4BEF-71AC-4F51-A747-91C6403499C3}" srcOrd="0" destOrd="0" presId="urn:microsoft.com/office/officeart/2005/8/layout/chevron2"/>
    <dgm:cxn modelId="{4FF5E246-91B4-45D8-9163-74781C6016AD}" type="presParOf" srcId="{061E4BEF-71AC-4F51-A747-91C6403499C3}" destId="{FC508503-87A1-4C77-99A4-30273BACF16D}" srcOrd="0" destOrd="0" presId="urn:microsoft.com/office/officeart/2005/8/layout/chevron2"/>
    <dgm:cxn modelId="{F036DE87-5484-4773-A50B-F7976081ECD4}" type="presParOf" srcId="{061E4BEF-71AC-4F51-A747-91C6403499C3}" destId="{DC1C027E-6FD5-469C-949A-1E90F3D4EE4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AEB39FC-9FFD-4172-87C1-98D130DE1A32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14BC98-F1DF-479B-B9A1-C52EE0102160}">
      <dgm:prSet phldrT="[Text]" custT="1"/>
      <dgm:spPr>
        <a:solidFill>
          <a:srgbClr val="A66A48"/>
        </a:solidFill>
        <a:ln>
          <a:noFill/>
        </a:ln>
      </dgm:spPr>
      <dgm:t>
        <a:bodyPr/>
        <a:lstStyle/>
        <a:p>
          <a:pPr>
            <a:buNone/>
          </a:pPr>
          <a:r>
            <a:rPr lang="en-US" sz="1600" b="0" i="0" dirty="0"/>
            <a:t>Cascade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5B0969-91C1-47B2-B42F-B9A51EAC95B1}" type="parTrans" cxnId="{6132335B-9D5F-4EDD-B66E-68CDD3BE56DC}">
      <dgm:prSet/>
      <dgm:spPr/>
      <dgm:t>
        <a:bodyPr/>
        <a:lstStyle/>
        <a:p>
          <a:endParaRPr lang="en-US"/>
        </a:p>
      </dgm:t>
    </dgm:pt>
    <dgm:pt modelId="{3FE65AB6-34A2-4FC3-845E-8490AE8C8BC9}" type="sibTrans" cxnId="{6132335B-9D5F-4EDD-B66E-68CDD3BE56DC}">
      <dgm:prSet/>
      <dgm:spPr/>
      <dgm:t>
        <a:bodyPr/>
        <a:lstStyle/>
        <a:p>
          <a:endParaRPr lang="en-US"/>
        </a:p>
      </dgm:t>
    </dgm:pt>
    <dgm:pt modelId="{0A382536-B6C4-4216-90DE-DCE698B58A21}">
      <dgm:prSet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800" b="0" i="0" dirty="0"/>
            <a:t>deletes blocked when active loans exist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5573C2-16C0-42EB-950F-632CD6D6083B}" type="parTrans" cxnId="{C282F9C3-E91A-4EAD-B173-91DB477F22D5}">
      <dgm:prSet/>
      <dgm:spPr/>
      <dgm:t>
        <a:bodyPr/>
        <a:lstStyle/>
        <a:p>
          <a:endParaRPr lang="en-US"/>
        </a:p>
      </dgm:t>
    </dgm:pt>
    <dgm:pt modelId="{FE91CEEE-90BC-4507-877B-FDC74933C16D}" type="sibTrans" cxnId="{C282F9C3-E91A-4EAD-B173-91DB477F22D5}">
      <dgm:prSet/>
      <dgm:spPr/>
      <dgm:t>
        <a:bodyPr/>
        <a:lstStyle/>
        <a:p>
          <a:endParaRPr lang="en-US"/>
        </a:p>
      </dgm:t>
    </dgm:pt>
    <dgm:pt modelId="{2F337C38-7889-4303-A535-FC01D89B7084}" type="pres">
      <dgm:prSet presAssocID="{0AEB39FC-9FFD-4172-87C1-98D130DE1A32}" presName="linearFlow" presStyleCnt="0">
        <dgm:presLayoutVars>
          <dgm:dir/>
          <dgm:animLvl val="lvl"/>
          <dgm:resizeHandles val="exact"/>
        </dgm:presLayoutVars>
      </dgm:prSet>
      <dgm:spPr/>
    </dgm:pt>
    <dgm:pt modelId="{061E4BEF-71AC-4F51-A747-91C6403499C3}" type="pres">
      <dgm:prSet presAssocID="{6C14BC98-F1DF-479B-B9A1-C52EE0102160}" presName="composite" presStyleCnt="0"/>
      <dgm:spPr/>
    </dgm:pt>
    <dgm:pt modelId="{FC508503-87A1-4C77-99A4-30273BACF16D}" type="pres">
      <dgm:prSet presAssocID="{6C14BC98-F1DF-479B-B9A1-C52EE0102160}" presName="parentText" presStyleLbl="alignNode1" presStyleIdx="0" presStyleCnt="1" custScaleX="99525" custLinFactNeighborX="0" custLinFactNeighborY="-2608">
        <dgm:presLayoutVars>
          <dgm:chMax val="1"/>
          <dgm:bulletEnabled val="1"/>
        </dgm:presLayoutVars>
      </dgm:prSet>
      <dgm:spPr/>
    </dgm:pt>
    <dgm:pt modelId="{DC1C027E-6FD5-469C-949A-1E90F3D4EE49}" type="pres">
      <dgm:prSet presAssocID="{6C14BC98-F1DF-479B-B9A1-C52EE0102160}" presName="descendantText" presStyleLbl="alignAcc1" presStyleIdx="0" presStyleCnt="1" custLinFactNeighborX="0" custLinFactNeighborY="2196">
        <dgm:presLayoutVars>
          <dgm:bulletEnabled val="1"/>
        </dgm:presLayoutVars>
      </dgm:prSet>
      <dgm:spPr/>
    </dgm:pt>
  </dgm:ptLst>
  <dgm:cxnLst>
    <dgm:cxn modelId="{6132335B-9D5F-4EDD-B66E-68CDD3BE56DC}" srcId="{0AEB39FC-9FFD-4172-87C1-98D130DE1A32}" destId="{6C14BC98-F1DF-479B-B9A1-C52EE0102160}" srcOrd="0" destOrd="0" parTransId="{CC5B0969-91C1-47B2-B42F-B9A51EAC95B1}" sibTransId="{3FE65AB6-34A2-4FC3-845E-8490AE8C8BC9}"/>
    <dgm:cxn modelId="{BDE39A8D-9BAA-4FF2-BF23-DA5B7513F981}" type="presOf" srcId="{6C14BC98-F1DF-479B-B9A1-C52EE0102160}" destId="{FC508503-87A1-4C77-99A4-30273BACF16D}" srcOrd="0" destOrd="0" presId="urn:microsoft.com/office/officeart/2005/8/layout/chevron2"/>
    <dgm:cxn modelId="{09100FB5-6057-4DF3-B4DC-93CAF1AD5202}" type="presOf" srcId="{0A382536-B6C4-4216-90DE-DCE698B58A21}" destId="{DC1C027E-6FD5-469C-949A-1E90F3D4EE49}" srcOrd="0" destOrd="0" presId="urn:microsoft.com/office/officeart/2005/8/layout/chevron2"/>
    <dgm:cxn modelId="{C282F9C3-E91A-4EAD-B173-91DB477F22D5}" srcId="{6C14BC98-F1DF-479B-B9A1-C52EE0102160}" destId="{0A382536-B6C4-4216-90DE-DCE698B58A21}" srcOrd="0" destOrd="0" parTransId="{175573C2-16C0-42EB-950F-632CD6D6083B}" sibTransId="{FE91CEEE-90BC-4507-877B-FDC74933C16D}"/>
    <dgm:cxn modelId="{00D6A5D9-7765-4192-9899-2F05F55F9F41}" type="presOf" srcId="{0AEB39FC-9FFD-4172-87C1-98D130DE1A32}" destId="{2F337C38-7889-4303-A535-FC01D89B7084}" srcOrd="0" destOrd="0" presId="urn:microsoft.com/office/officeart/2005/8/layout/chevron2"/>
    <dgm:cxn modelId="{A727EC31-FF8D-4987-935C-9E502E57D5D6}" type="presParOf" srcId="{2F337C38-7889-4303-A535-FC01D89B7084}" destId="{061E4BEF-71AC-4F51-A747-91C6403499C3}" srcOrd="0" destOrd="0" presId="urn:microsoft.com/office/officeart/2005/8/layout/chevron2"/>
    <dgm:cxn modelId="{4FF5E246-91B4-45D8-9163-74781C6016AD}" type="presParOf" srcId="{061E4BEF-71AC-4F51-A747-91C6403499C3}" destId="{FC508503-87A1-4C77-99A4-30273BACF16D}" srcOrd="0" destOrd="0" presId="urn:microsoft.com/office/officeart/2005/8/layout/chevron2"/>
    <dgm:cxn modelId="{F036DE87-5484-4773-A50B-F7976081ECD4}" type="presParOf" srcId="{061E4BEF-71AC-4F51-A747-91C6403499C3}" destId="{DC1C027E-6FD5-469C-949A-1E90F3D4EE4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3E47A-A8C7-4B29-8B63-53944A9A1340}">
      <dsp:nvSpPr>
        <dsp:cNvPr id="0" name=""/>
        <dsp:cNvSpPr/>
      </dsp:nvSpPr>
      <dsp:spPr>
        <a:xfrm>
          <a:off x="-402431" y="14286"/>
          <a:ext cx="804862" cy="776281"/>
        </a:xfrm>
        <a:prstGeom prst="pie">
          <a:avLst>
            <a:gd name="adj1" fmla="val 5400000"/>
            <a:gd name="adj2" fmla="val 16200000"/>
          </a:avLst>
        </a:prstGeom>
        <a:solidFill>
          <a:srgbClr val="A66A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BD80A-EFBC-4845-91CB-CA7AD6FCF4DF}">
      <dsp:nvSpPr>
        <dsp:cNvPr id="0" name=""/>
        <dsp:cNvSpPr/>
      </dsp:nvSpPr>
      <dsp:spPr>
        <a:xfrm>
          <a:off x="0" y="0"/>
          <a:ext cx="4226720" cy="8048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9F7665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End-to-End Database Design, Dictionary &amp; Transaction Pathways</a:t>
          </a:r>
        </a:p>
      </dsp:txBody>
      <dsp:txXfrm>
        <a:off x="0" y="0"/>
        <a:ext cx="4226720" cy="804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51591-F4C1-44C4-8DA0-DE23EA3D99E9}">
      <dsp:nvSpPr>
        <dsp:cNvPr id="0" name=""/>
        <dsp:cNvSpPr/>
      </dsp:nvSpPr>
      <dsp:spPr>
        <a:xfrm>
          <a:off x="448172" y="497"/>
          <a:ext cx="1475379" cy="1475379"/>
        </a:xfrm>
        <a:prstGeom prst="ellipse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scope &amp; objectives</a:t>
          </a:r>
        </a:p>
      </dsp:txBody>
      <dsp:txXfrm>
        <a:off x="664236" y="216561"/>
        <a:ext cx="1043251" cy="10432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51591-F4C1-44C4-8DA0-DE23EA3D99E9}">
      <dsp:nvSpPr>
        <dsp:cNvPr id="0" name=""/>
        <dsp:cNvSpPr/>
      </dsp:nvSpPr>
      <dsp:spPr>
        <a:xfrm>
          <a:off x="405323" y="512"/>
          <a:ext cx="1561076" cy="1561076"/>
        </a:xfrm>
        <a:prstGeom prst="ellipse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ER model &amp; relational mapping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3937" y="229126"/>
        <a:ext cx="1103848" cy="11038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51591-F4C1-44C4-8DA0-DE23EA3D99E9}">
      <dsp:nvSpPr>
        <dsp:cNvPr id="0" name=""/>
        <dsp:cNvSpPr/>
      </dsp:nvSpPr>
      <dsp:spPr>
        <a:xfrm>
          <a:off x="507207" y="865"/>
          <a:ext cx="1475509" cy="1475509"/>
        </a:xfrm>
        <a:prstGeom prst="ellipse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Data-dictionary (entities, attributes, domains)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3290" y="216948"/>
        <a:ext cx="1043343" cy="10433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51591-F4C1-44C4-8DA0-DE23EA3D99E9}">
      <dsp:nvSpPr>
        <dsp:cNvPr id="0" name=""/>
        <dsp:cNvSpPr/>
      </dsp:nvSpPr>
      <dsp:spPr>
        <a:xfrm>
          <a:off x="404808" y="512"/>
          <a:ext cx="1562106" cy="1561076"/>
        </a:xfrm>
        <a:prstGeom prst="ellipse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Business rules &amp; </a:t>
          </a: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integrity</a:t>
          </a:r>
          <a:r>
            <a:rPr lang="en-US" sz="19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constraints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3573" y="229126"/>
        <a:ext cx="1104576" cy="11038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51591-F4C1-44C4-8DA0-DE23EA3D99E9}">
      <dsp:nvSpPr>
        <dsp:cNvPr id="0" name=""/>
        <dsp:cNvSpPr/>
      </dsp:nvSpPr>
      <dsp:spPr>
        <a:xfrm>
          <a:off x="380998" y="995"/>
          <a:ext cx="1609727" cy="1475379"/>
        </a:xfrm>
        <a:prstGeom prst="ellipse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Core SQL query catalogue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6737" y="217059"/>
        <a:ext cx="1138249" cy="10432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51591-F4C1-44C4-8DA0-DE23EA3D99E9}">
      <dsp:nvSpPr>
        <dsp:cNvPr id="0" name=""/>
        <dsp:cNvSpPr/>
      </dsp:nvSpPr>
      <dsp:spPr>
        <a:xfrm>
          <a:off x="323851" y="512"/>
          <a:ext cx="1724021" cy="1561076"/>
        </a:xfrm>
        <a:prstGeom prst="ellipse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Transaction </a:t>
          </a: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pathways</a:t>
          </a: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(step-by-step data flow)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6328" y="229126"/>
        <a:ext cx="1219067" cy="11038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07403-B11B-4886-8429-DCC1F4D63B05}">
      <dsp:nvSpPr>
        <dsp:cNvPr id="0" name=""/>
        <dsp:cNvSpPr/>
      </dsp:nvSpPr>
      <dsp:spPr>
        <a:xfrm>
          <a:off x="0" y="254938"/>
          <a:ext cx="1875298" cy="1125179"/>
        </a:xfrm>
        <a:prstGeom prst="rect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Centralized catalogue for books, users, staff &amp; author</a:t>
          </a:r>
          <a:endParaRPr lang="en-US" sz="1300" kern="1200" dirty="0"/>
        </a:p>
      </dsp:txBody>
      <dsp:txXfrm>
        <a:off x="0" y="254938"/>
        <a:ext cx="1875298" cy="1125179"/>
      </dsp:txXfrm>
    </dsp:sp>
    <dsp:sp modelId="{938DE0EC-2C38-49B8-A9A8-90C64720FB8D}">
      <dsp:nvSpPr>
        <dsp:cNvPr id="0" name=""/>
        <dsp:cNvSpPr/>
      </dsp:nvSpPr>
      <dsp:spPr>
        <a:xfrm>
          <a:off x="2062828" y="254938"/>
          <a:ext cx="1875298" cy="1125179"/>
        </a:xfrm>
        <a:prstGeom prst="rect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Role-based access: Student, Faculty, External, Librarian, Library Technician,  Library  Manager, Library Assistant</a:t>
          </a:r>
          <a:endParaRPr lang="en-US" sz="1300" kern="1200" dirty="0"/>
        </a:p>
      </dsp:txBody>
      <dsp:txXfrm>
        <a:off x="2062828" y="254938"/>
        <a:ext cx="1875298" cy="1125179"/>
      </dsp:txXfrm>
    </dsp:sp>
    <dsp:sp modelId="{1C7DA5B7-DF72-40C6-908D-A182D57D49DF}">
      <dsp:nvSpPr>
        <dsp:cNvPr id="0" name=""/>
        <dsp:cNvSpPr/>
      </dsp:nvSpPr>
      <dsp:spPr>
        <a:xfrm>
          <a:off x="4066660" y="254938"/>
          <a:ext cx="1875298" cy="1125179"/>
        </a:xfrm>
        <a:prstGeom prst="rect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100 % web-based: PHP back-end + responsive Arabic/English UI</a:t>
          </a:r>
          <a:endParaRPr lang="en-US" sz="1300" kern="1200" dirty="0"/>
        </a:p>
      </dsp:txBody>
      <dsp:txXfrm>
        <a:off x="4066660" y="254938"/>
        <a:ext cx="1875298" cy="1125179"/>
      </dsp:txXfrm>
    </dsp:sp>
    <dsp:sp modelId="{10FC217C-0D78-4D5C-8F5B-26D0756D56DE}">
      <dsp:nvSpPr>
        <dsp:cNvPr id="0" name=""/>
        <dsp:cNvSpPr/>
      </dsp:nvSpPr>
      <dsp:spPr>
        <a:xfrm>
          <a:off x="1031414" y="1567647"/>
          <a:ext cx="1875298" cy="1125179"/>
        </a:xfrm>
        <a:prstGeom prst="rect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Automatic age &amp; borrowing-limit validation</a:t>
          </a:r>
          <a:endParaRPr lang="en-US" sz="1300" kern="1200" dirty="0"/>
        </a:p>
      </dsp:txBody>
      <dsp:txXfrm>
        <a:off x="1031414" y="1567647"/>
        <a:ext cx="1875298" cy="1125179"/>
      </dsp:txXfrm>
    </dsp:sp>
    <dsp:sp modelId="{EAB352C4-50BF-4408-BBFD-46FBADEE3A56}">
      <dsp:nvSpPr>
        <dsp:cNvPr id="0" name=""/>
        <dsp:cNvSpPr/>
      </dsp:nvSpPr>
      <dsp:spPr>
        <a:xfrm>
          <a:off x="3094242" y="1567647"/>
          <a:ext cx="1875298" cy="1125179"/>
        </a:xfrm>
        <a:prstGeom prst="rect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Real-time inventory &amp; overdue tracking</a:t>
          </a:r>
          <a:endParaRPr lang="en-US" sz="1300" kern="1200" dirty="0"/>
        </a:p>
      </dsp:txBody>
      <dsp:txXfrm>
        <a:off x="3094242" y="1567647"/>
        <a:ext cx="1875298" cy="11251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08503-87A1-4C77-99A4-30273BACF16D}">
      <dsp:nvSpPr>
        <dsp:cNvPr id="0" name=""/>
        <dsp:cNvSpPr/>
      </dsp:nvSpPr>
      <dsp:spPr>
        <a:xfrm rot="5400000">
          <a:off x="-178590" y="180587"/>
          <a:ext cx="1190601" cy="833420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Keys</a:t>
          </a:r>
        </a:p>
      </dsp:txBody>
      <dsp:txXfrm rot="-5400000">
        <a:off x="1" y="418706"/>
        <a:ext cx="833420" cy="357181"/>
      </dsp:txXfrm>
    </dsp:sp>
    <dsp:sp modelId="{DC1C027E-6FD5-469C-949A-1E90F3D4EE49}">
      <dsp:nvSpPr>
        <dsp:cNvPr id="0" name=""/>
        <dsp:cNvSpPr/>
      </dsp:nvSpPr>
      <dsp:spPr>
        <a:xfrm rot="5400000">
          <a:off x="3363720" y="-2528302"/>
          <a:ext cx="773890" cy="58344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PK = Primary Key, FK = Foreign Key, U = Unique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3420" y="39776"/>
        <a:ext cx="5796712" cy="698334"/>
      </dsp:txXfrm>
    </dsp:sp>
    <dsp:sp modelId="{69128010-7025-4BD6-904C-509B6B13BFFB}">
      <dsp:nvSpPr>
        <dsp:cNvPr id="0" name=""/>
        <dsp:cNvSpPr/>
      </dsp:nvSpPr>
      <dsp:spPr>
        <a:xfrm rot="5400000">
          <a:off x="-178590" y="1170243"/>
          <a:ext cx="1190601" cy="833420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types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408362"/>
        <a:ext cx="833420" cy="357181"/>
      </dsp:txXfrm>
    </dsp:sp>
    <dsp:sp modelId="{13960286-B422-415A-8AFA-790744C65B10}">
      <dsp:nvSpPr>
        <dsp:cNvPr id="0" name=""/>
        <dsp:cNvSpPr/>
      </dsp:nvSpPr>
      <dsp:spPr>
        <a:xfrm rot="5400000">
          <a:off x="3363517" y="-1538442"/>
          <a:ext cx="774297" cy="58344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INT(11), VARCHAR(100), DATE, YEAR, BLOB (cover)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3421" y="1029452"/>
        <a:ext cx="5796692" cy="698701"/>
      </dsp:txXfrm>
    </dsp:sp>
    <dsp:sp modelId="{AD366B59-5233-4BD6-84BE-2EEDFC402A9A}">
      <dsp:nvSpPr>
        <dsp:cNvPr id="0" name=""/>
        <dsp:cNvSpPr/>
      </dsp:nvSpPr>
      <dsp:spPr>
        <a:xfrm rot="5400000">
          <a:off x="-178590" y="2159899"/>
          <a:ext cx="1190601" cy="833420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Character set</a:t>
          </a:r>
          <a:endParaRPr lang="en-US" sz="1200" kern="1200" dirty="0"/>
        </a:p>
      </dsp:txBody>
      <dsp:txXfrm rot="-5400000">
        <a:off x="1" y="2398018"/>
        <a:ext cx="833420" cy="357181"/>
      </dsp:txXfrm>
    </dsp:sp>
    <dsp:sp modelId="{B7189B64-D39F-48BC-A139-5F25FDD40F1D}">
      <dsp:nvSpPr>
        <dsp:cNvPr id="0" name=""/>
        <dsp:cNvSpPr/>
      </dsp:nvSpPr>
      <dsp:spPr>
        <a:xfrm rot="5400000">
          <a:off x="3363720" y="-558818"/>
          <a:ext cx="773890" cy="58344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utf8mb4 (Arabic + English)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3420" y="2009260"/>
        <a:ext cx="5796712" cy="6983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08503-87A1-4C77-99A4-30273BACF16D}">
      <dsp:nvSpPr>
        <dsp:cNvPr id="0" name=""/>
        <dsp:cNvSpPr/>
      </dsp:nvSpPr>
      <dsp:spPr>
        <a:xfrm rot="5400000">
          <a:off x="-180857" y="180857"/>
          <a:ext cx="1192502" cy="830786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Engine</a:t>
          </a:r>
          <a:endParaRPr lang="en-US" sz="2000" kern="1200" dirty="0"/>
        </a:p>
      </dsp:txBody>
      <dsp:txXfrm rot="-5400000">
        <a:off x="1" y="415392"/>
        <a:ext cx="830786" cy="361716"/>
      </dsp:txXfrm>
    </dsp:sp>
    <dsp:sp modelId="{DC1C027E-6FD5-469C-949A-1E90F3D4EE49}">
      <dsp:nvSpPr>
        <dsp:cNvPr id="0" name=""/>
        <dsp:cNvSpPr/>
      </dsp:nvSpPr>
      <dsp:spPr>
        <a:xfrm rot="5400000">
          <a:off x="3363767" y="-2529016"/>
          <a:ext cx="775126" cy="58331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InnoDB → referential integrity + transactions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4752" y="37838"/>
        <a:ext cx="5795319" cy="6994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08503-87A1-4C77-99A4-30273BACF16D}">
      <dsp:nvSpPr>
        <dsp:cNvPr id="0" name=""/>
        <dsp:cNvSpPr/>
      </dsp:nvSpPr>
      <dsp:spPr>
        <a:xfrm rot="5400000">
          <a:off x="-178590" y="180587"/>
          <a:ext cx="1190601" cy="833420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Age gates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418706"/>
        <a:ext cx="833420" cy="357181"/>
      </dsp:txXfrm>
    </dsp:sp>
    <dsp:sp modelId="{DC1C027E-6FD5-469C-949A-1E90F3D4EE49}">
      <dsp:nvSpPr>
        <dsp:cNvPr id="0" name=""/>
        <dsp:cNvSpPr/>
      </dsp:nvSpPr>
      <dsp:spPr>
        <a:xfrm rot="5400000">
          <a:off x="3363517" y="-2528099"/>
          <a:ext cx="774297" cy="58344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i="0" kern="1200" dirty="0"/>
            <a:t>User ≥ 15, Staff ≥ 25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3421" y="39795"/>
        <a:ext cx="5796692" cy="698701"/>
      </dsp:txXfrm>
    </dsp:sp>
    <dsp:sp modelId="{69128010-7025-4BD6-904C-509B6B13BFFB}">
      <dsp:nvSpPr>
        <dsp:cNvPr id="0" name=""/>
        <dsp:cNvSpPr/>
      </dsp:nvSpPr>
      <dsp:spPr>
        <a:xfrm rot="5400000">
          <a:off x="-178590" y="1170243"/>
          <a:ext cx="1190601" cy="833420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Inventory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408362"/>
        <a:ext cx="833420" cy="357181"/>
      </dsp:txXfrm>
    </dsp:sp>
    <dsp:sp modelId="{13960286-B422-415A-8AFA-790744C65B10}">
      <dsp:nvSpPr>
        <dsp:cNvPr id="0" name=""/>
        <dsp:cNvSpPr/>
      </dsp:nvSpPr>
      <dsp:spPr>
        <a:xfrm rot="5400000">
          <a:off x="3363720" y="-1538646"/>
          <a:ext cx="773890" cy="58344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i="0" kern="1200" dirty="0"/>
            <a:t>available_copies ≤ total_copies, never negative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3420" y="1029432"/>
        <a:ext cx="5796712" cy="698334"/>
      </dsp:txXfrm>
    </dsp:sp>
    <dsp:sp modelId="{AD366B59-5233-4BD6-84BE-2EEDFC402A9A}">
      <dsp:nvSpPr>
        <dsp:cNvPr id="0" name=""/>
        <dsp:cNvSpPr/>
      </dsp:nvSpPr>
      <dsp:spPr>
        <a:xfrm rot="5400000">
          <a:off x="-178590" y="2159899"/>
          <a:ext cx="1190601" cy="833420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Borrowing limits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398018"/>
        <a:ext cx="833420" cy="357181"/>
      </dsp:txXfrm>
    </dsp:sp>
    <dsp:sp modelId="{B7189B64-D39F-48BC-A139-5F25FDD40F1D}">
      <dsp:nvSpPr>
        <dsp:cNvPr id="0" name=""/>
        <dsp:cNvSpPr/>
      </dsp:nvSpPr>
      <dsp:spPr>
        <a:xfrm rot="5400000">
          <a:off x="3363720" y="-558818"/>
          <a:ext cx="773890" cy="58344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i="0" kern="1200" dirty="0"/>
            <a:t>Student 3, Faculty 10, External 5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3420" y="2009260"/>
        <a:ext cx="5796712" cy="6983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08503-87A1-4C77-99A4-30273BACF16D}">
      <dsp:nvSpPr>
        <dsp:cNvPr id="0" name=""/>
        <dsp:cNvSpPr/>
      </dsp:nvSpPr>
      <dsp:spPr>
        <a:xfrm rot="5400000">
          <a:off x="-180857" y="180857"/>
          <a:ext cx="1192502" cy="830786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Temporal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415392"/>
        <a:ext cx="830786" cy="361716"/>
      </dsp:txXfrm>
    </dsp:sp>
    <dsp:sp modelId="{DC1C027E-6FD5-469C-949A-1E90F3D4EE49}">
      <dsp:nvSpPr>
        <dsp:cNvPr id="0" name=""/>
        <dsp:cNvSpPr/>
      </dsp:nvSpPr>
      <dsp:spPr>
        <a:xfrm rot="5400000">
          <a:off x="3363767" y="-2511994"/>
          <a:ext cx="775126" cy="58331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return_date ≥ process_date; due_date = process_date + 14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4752" y="54860"/>
        <a:ext cx="5795319" cy="69944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08503-87A1-4C77-99A4-30273BACF16D}">
      <dsp:nvSpPr>
        <dsp:cNvPr id="0" name=""/>
        <dsp:cNvSpPr/>
      </dsp:nvSpPr>
      <dsp:spPr>
        <a:xfrm rot="5400000">
          <a:off x="-180857" y="180857"/>
          <a:ext cx="1192502" cy="830786"/>
        </a:xfrm>
        <a:prstGeom prst="chevron">
          <a:avLst/>
        </a:prstGeom>
        <a:solidFill>
          <a:srgbClr val="A66A48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Cascade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415392"/>
        <a:ext cx="830786" cy="361716"/>
      </dsp:txXfrm>
    </dsp:sp>
    <dsp:sp modelId="{DC1C027E-6FD5-469C-949A-1E90F3D4EE49}">
      <dsp:nvSpPr>
        <dsp:cNvPr id="0" name=""/>
        <dsp:cNvSpPr/>
      </dsp:nvSpPr>
      <dsp:spPr>
        <a:xfrm rot="5400000">
          <a:off x="3363767" y="-2511994"/>
          <a:ext cx="775126" cy="58331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kern="1200" dirty="0"/>
            <a:t>deletes blocked when active loans exist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834752" y="54860"/>
        <a:ext cx="5795319" cy="6994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AC2B-E21D-E2AE-7C12-D1A56B1AE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05210-0412-0FC8-24CA-5AEA8C8D6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63180-7FD5-15C5-CA20-9367B5367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D51DF-CD3F-E175-C7CD-1E2F4EAFB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03B0A-8022-5E0D-08F9-825D504A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8611-5508-7522-112E-22804F0C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C56E9-AD55-DB36-DFF0-FA21A2496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A9E32-B42F-5A76-6EDC-3B70EF03F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CD883-74B4-0076-E171-ECB56774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8502B-6412-6E1D-9BFE-C87187AA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9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FD26C-E219-3E8A-E7AC-B9C9D6DE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49E92-11EE-446B-ECF2-C81D601C3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7F80F-6EBC-A214-9010-A3EE6187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C9621-135B-56EF-5BF0-D07BB238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A9099-FDFF-B7D9-FAC6-26458B03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4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79013-0569-31EF-194C-4E98B48D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AC428-253D-8C0D-3663-29E63F8F6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7C2B2-9D08-982F-E540-3D6633E4D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81606-D17D-6C5E-2EEA-43575EA0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4A639-0727-BDA1-1835-F24B164E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FF45F-1587-7166-525A-1B075C49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1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248A-0682-F4C8-DB55-BF229CFA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22E9B-ACDB-B8C9-7CAC-ECC369E75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97AC0-D985-03F1-C25F-5C2290084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7454B-4C49-614D-969E-6F696443C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BB037-B412-FA96-124A-4BD0034D6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4CE4E-7D3B-0E40-EB19-1053C2FA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CC5EB-2AAF-A972-FC01-E02F8102C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414D3-AC3D-7057-79FE-FF1D2EAD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1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DA59-0B31-AC7C-3A67-EE15698C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D6582-7FB7-B676-275B-8BAF8BE2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7A67B-0371-108C-1C67-064F7CBB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D3EDC-BCDF-1805-CE07-EADAC0F7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CA061-F5C7-27B8-2378-0FFF80BE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09A4F-755B-80D5-BB6F-3142281D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1179F-3A90-F34B-9AA3-BAEB0D9F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7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DA67-F5A4-27E3-C775-2EC6816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2B21-FF20-D4B6-F847-D5ADCBC44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6AA42-9A47-75F3-66F3-61C1A67CE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B44E6-356D-3CF6-DC35-41A63FB6C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7F788-7AC2-F76F-8B78-5C87FE5F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3A923-7CB2-ED62-E9DF-B1DD3808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0AD0-884E-B3FC-9F5B-4F47F0B7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45A75-3A29-140E-E083-C27CC0124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2E672-E8F0-792E-7372-6BC6B4557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4BF96-CDF4-06F5-4CAA-610F982E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BD28E-EBF4-F0F3-9F77-A4BDF2BA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0EB08-9032-CEA5-4CEA-907823D4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0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330D-12E9-6188-5EBE-FD00C9B5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F9D00-1D8F-C6C8-5D79-4735CEA4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75DC2-5135-B9BC-D877-1D1E92CA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EDF70-45D0-50DC-3906-55CF29C3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75BE5-7BE1-ED8A-3471-B3568308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FF1F5A-F7EF-2D2A-15EE-7393EB4D5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1DBBD-CBF2-245A-EF7A-316134BDB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7EAE4-CA88-89AA-1AB3-01C3B01F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FFFD9-AAB9-6C16-87CF-06F9A77C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ABFB6-7B54-6432-D721-50B8B045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7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C3E5C-ED83-CA98-9B0A-704A908B1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FFF7E-E5C3-9BCA-FB36-E5F2C2EC2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2CF63-502C-5CE9-F679-4C14B79A1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974E1-A702-431B-B48E-6E9222210C8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304FA-2FA1-36A9-87D1-48A1772AA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2011-441D-3F60-56A0-D840E6319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759D0-4E18-4540-806E-99550D3F4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4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3" Type="http://schemas.microsoft.com/office/2007/relationships/diagramDrawing" Target="../diagrams/drawing3.xml"/><Relationship Id="rId18" Type="http://schemas.microsoft.com/office/2007/relationships/diagramDrawing" Target="../diagrams/drawing4.xml"/><Relationship Id="rId26" Type="http://schemas.openxmlformats.org/officeDocument/2006/relationships/diagramQuickStyle" Target="../diagrams/quickStyle6.xml"/><Relationship Id="rId3" Type="http://schemas.microsoft.com/office/2007/relationships/hdphoto" Target="../media/hdphoto2.wdp"/><Relationship Id="rId21" Type="http://schemas.openxmlformats.org/officeDocument/2006/relationships/diagramQuickStyle" Target="../diagrams/quickStyle5.xml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17" Type="http://schemas.openxmlformats.org/officeDocument/2006/relationships/diagramColors" Target="../diagrams/colors4.xml"/><Relationship Id="rId25" Type="http://schemas.openxmlformats.org/officeDocument/2006/relationships/diagramLayout" Target="../diagrams/layout6.xml"/><Relationship Id="rId33" Type="http://schemas.microsoft.com/office/2007/relationships/diagramDrawing" Target="../diagrams/drawing7.xml"/><Relationship Id="rId2" Type="http://schemas.openxmlformats.org/officeDocument/2006/relationships/image" Target="../media/image2.png"/><Relationship Id="rId16" Type="http://schemas.openxmlformats.org/officeDocument/2006/relationships/diagramQuickStyle" Target="../diagrams/quickStyle4.xml"/><Relationship Id="rId20" Type="http://schemas.openxmlformats.org/officeDocument/2006/relationships/diagramLayout" Target="../diagrams/layout5.xml"/><Relationship Id="rId29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24" Type="http://schemas.openxmlformats.org/officeDocument/2006/relationships/diagramData" Target="../diagrams/data6.xml"/><Relationship Id="rId32" Type="http://schemas.openxmlformats.org/officeDocument/2006/relationships/diagramColors" Target="../diagrams/colors7.xml"/><Relationship Id="rId5" Type="http://schemas.openxmlformats.org/officeDocument/2006/relationships/diagramLayout" Target="../diagrams/layout2.xml"/><Relationship Id="rId15" Type="http://schemas.openxmlformats.org/officeDocument/2006/relationships/diagramLayout" Target="../diagrams/layout4.xml"/><Relationship Id="rId23" Type="http://schemas.microsoft.com/office/2007/relationships/diagramDrawing" Target="../diagrams/drawing5.xml"/><Relationship Id="rId28" Type="http://schemas.microsoft.com/office/2007/relationships/diagramDrawing" Target="../diagrams/drawing6.xml"/><Relationship Id="rId10" Type="http://schemas.openxmlformats.org/officeDocument/2006/relationships/diagramLayout" Target="../diagrams/layout3.xml"/><Relationship Id="rId19" Type="http://schemas.openxmlformats.org/officeDocument/2006/relationships/diagramData" Target="../diagrams/data5.xml"/><Relationship Id="rId31" Type="http://schemas.openxmlformats.org/officeDocument/2006/relationships/diagramQuickStyle" Target="../diagrams/quickStyle7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Relationship Id="rId14" Type="http://schemas.openxmlformats.org/officeDocument/2006/relationships/diagramData" Target="../diagrams/data4.xml"/><Relationship Id="rId22" Type="http://schemas.openxmlformats.org/officeDocument/2006/relationships/diagramColors" Target="../diagrams/colors5.xml"/><Relationship Id="rId27" Type="http://schemas.openxmlformats.org/officeDocument/2006/relationships/diagramColors" Target="../diagrams/colors6.xml"/><Relationship Id="rId30" Type="http://schemas.openxmlformats.org/officeDocument/2006/relationships/diagramLayout" Target="../diagrams/layout7.xml"/><Relationship Id="rId8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microsoft.com/office/2007/relationships/hdphoto" Target="../media/hdphoto2.wdp"/><Relationship Id="rId7" Type="http://schemas.openxmlformats.org/officeDocument/2006/relationships/diagramColors" Target="../diagrams/colors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6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13" Type="http://schemas.microsoft.com/office/2007/relationships/diagramDrawing" Target="../diagrams/drawing10.xml"/><Relationship Id="rId3" Type="http://schemas.microsoft.com/office/2007/relationships/hdphoto" Target="../media/hdphoto2.wdp"/><Relationship Id="rId7" Type="http://schemas.openxmlformats.org/officeDocument/2006/relationships/diagramColors" Target="../diagrams/colors9.xml"/><Relationship Id="rId12" Type="http://schemas.openxmlformats.org/officeDocument/2006/relationships/diagramColors" Target="../diagrams/colors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9.xml"/><Relationship Id="rId11" Type="http://schemas.openxmlformats.org/officeDocument/2006/relationships/diagramQuickStyle" Target="../diagrams/quickStyle10.xml"/><Relationship Id="rId5" Type="http://schemas.openxmlformats.org/officeDocument/2006/relationships/diagramLayout" Target="../diagrams/layout9.xml"/><Relationship Id="rId10" Type="http://schemas.openxmlformats.org/officeDocument/2006/relationships/diagramLayout" Target="../diagrams/layout10.xml"/><Relationship Id="rId4" Type="http://schemas.openxmlformats.org/officeDocument/2006/relationships/diagramData" Target="../diagrams/data9.xml"/><Relationship Id="rId9" Type="http://schemas.openxmlformats.org/officeDocument/2006/relationships/diagramData" Target="../diagrams/data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13" Type="http://schemas.microsoft.com/office/2007/relationships/diagramDrawing" Target="../diagrams/drawing12.xml"/><Relationship Id="rId18" Type="http://schemas.microsoft.com/office/2007/relationships/diagramDrawing" Target="../diagrams/drawing13.xml"/><Relationship Id="rId3" Type="http://schemas.microsoft.com/office/2007/relationships/hdphoto" Target="../media/hdphoto2.wdp"/><Relationship Id="rId7" Type="http://schemas.openxmlformats.org/officeDocument/2006/relationships/diagramColors" Target="../diagrams/colors11.xml"/><Relationship Id="rId12" Type="http://schemas.openxmlformats.org/officeDocument/2006/relationships/diagramColors" Target="../diagrams/colors12.xml"/><Relationship Id="rId17" Type="http://schemas.openxmlformats.org/officeDocument/2006/relationships/diagramColors" Target="../diagrams/colors13.xml"/><Relationship Id="rId2" Type="http://schemas.openxmlformats.org/officeDocument/2006/relationships/image" Target="../media/image2.png"/><Relationship Id="rId16" Type="http://schemas.openxmlformats.org/officeDocument/2006/relationships/diagramQuickStyle" Target="../diagrams/quickStyle1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1.xml"/><Relationship Id="rId11" Type="http://schemas.openxmlformats.org/officeDocument/2006/relationships/diagramQuickStyle" Target="../diagrams/quickStyle12.xml"/><Relationship Id="rId5" Type="http://schemas.openxmlformats.org/officeDocument/2006/relationships/diagramLayout" Target="../diagrams/layout11.xml"/><Relationship Id="rId15" Type="http://schemas.openxmlformats.org/officeDocument/2006/relationships/diagramLayout" Target="../diagrams/layout13.xml"/><Relationship Id="rId10" Type="http://schemas.openxmlformats.org/officeDocument/2006/relationships/diagramLayout" Target="../diagrams/layout12.xml"/><Relationship Id="rId4" Type="http://schemas.openxmlformats.org/officeDocument/2006/relationships/diagramData" Target="../diagrams/data11.xml"/><Relationship Id="rId9" Type="http://schemas.openxmlformats.org/officeDocument/2006/relationships/diagramData" Target="../diagrams/data12.xml"/><Relationship Id="rId14" Type="http://schemas.openxmlformats.org/officeDocument/2006/relationships/diagramData" Target="../diagrams/data1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2.wdp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2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493086-435C-F979-35CF-CEDE8D81E82A}"/>
              </a:ext>
            </a:extLst>
          </p:cNvPr>
          <p:cNvSpPr/>
          <p:nvPr/>
        </p:nvSpPr>
        <p:spPr>
          <a:xfrm>
            <a:off x="3933825" y="819152"/>
            <a:ext cx="4324350" cy="1171574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</a:t>
            </a:r>
          </a:p>
          <a:p>
            <a:pPr algn="ctr"/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257B6AC-4C2F-D7F4-3066-7074B01A6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1408886"/>
              </p:ext>
            </p:extLst>
          </p:nvPr>
        </p:nvGraphicFramePr>
        <p:xfrm>
          <a:off x="3781424" y="2624138"/>
          <a:ext cx="4629151" cy="804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E559C20-7B54-9E8B-434F-A9DFCCB3C16D}"/>
              </a:ext>
            </a:extLst>
          </p:cNvPr>
          <p:cNvSpPr txBox="1"/>
          <p:nvPr/>
        </p:nvSpPr>
        <p:spPr>
          <a:xfrm>
            <a:off x="1029404" y="3831431"/>
            <a:ext cx="44470" cy="229314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3820" tIns="83820" rIns="83820" bIns="8382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200" kern="1200" dirty="0"/>
          </a:p>
        </p:txBody>
      </p: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E4BEBEC1-690F-417D-BA29-60951F30CB50}"/>
              </a:ext>
            </a:extLst>
          </p:cNvPr>
          <p:cNvSpPr/>
          <p:nvPr/>
        </p:nvSpPr>
        <p:spPr>
          <a:xfrm>
            <a:off x="2867025" y="3831431"/>
            <a:ext cx="1145381" cy="2293144"/>
          </a:xfrm>
          <a:prstGeom prst="pie">
            <a:avLst>
              <a:gd name="adj1" fmla="val 5314608"/>
              <a:gd name="adj2" fmla="val 16200000"/>
            </a:avLst>
          </a:prstGeom>
          <a:solidFill>
            <a:srgbClr val="A66A4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57AB3C-D165-7B2C-A271-CCFE1EAE9161}"/>
              </a:ext>
            </a:extLst>
          </p:cNvPr>
          <p:cNvSpPr/>
          <p:nvPr/>
        </p:nvSpPr>
        <p:spPr>
          <a:xfrm>
            <a:off x="3439716" y="3831431"/>
            <a:ext cx="4629152" cy="2293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sz="2000" dirty="0">
                <a:solidFill>
                  <a:srgbClr val="9F76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</a:t>
            </a:r>
          </a:p>
          <a:p>
            <a:r>
              <a:rPr lang="en-US" dirty="0">
                <a:solidFill>
                  <a:srgbClr val="9F76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1.Mahitab Hesham , ID: 2402242905</a:t>
            </a:r>
          </a:p>
          <a:p>
            <a:r>
              <a:rPr lang="en-US" dirty="0">
                <a:solidFill>
                  <a:srgbClr val="9F76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2.Mariam Osama Ahmed, ID:2402245940</a:t>
            </a:r>
          </a:p>
          <a:p>
            <a:r>
              <a:rPr lang="en-US" dirty="0">
                <a:solidFill>
                  <a:srgbClr val="9F76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Mina Emad Shehata, ID: 2402248742</a:t>
            </a:r>
          </a:p>
          <a:p>
            <a:r>
              <a:rPr lang="en-US" dirty="0">
                <a:solidFill>
                  <a:srgbClr val="9F76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Ziad Sabry Khalil, ID: 2403247475</a:t>
            </a:r>
          </a:p>
          <a:p>
            <a:r>
              <a:rPr lang="en-US" dirty="0">
                <a:solidFill>
                  <a:srgbClr val="9F76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Abdelrahman Amin Gomaa, ID: 2402247607</a:t>
            </a:r>
          </a:p>
          <a:p>
            <a:r>
              <a:rPr lang="en-US" dirty="0">
                <a:solidFill>
                  <a:srgbClr val="9F76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Mostafa Salah Aldeen Sabry, ID: 2402241166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1964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C9BCF5-2C82-5D06-A165-A481A19A9B93}"/>
              </a:ext>
            </a:extLst>
          </p:cNvPr>
          <p:cNvSpPr/>
          <p:nvPr/>
        </p:nvSpPr>
        <p:spPr>
          <a:xfrm>
            <a:off x="5179217" y="628650"/>
            <a:ext cx="1971675" cy="971550"/>
          </a:xfrm>
          <a:prstGeom prst="roundRect">
            <a:avLst>
              <a:gd name="adj" fmla="val 8824"/>
            </a:avLst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112AB2B-534C-1E9E-0430-3A4CCDDF84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048746"/>
              </p:ext>
            </p:extLst>
          </p:nvPr>
        </p:nvGraphicFramePr>
        <p:xfrm>
          <a:off x="2052638" y="2124073"/>
          <a:ext cx="2371724" cy="147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D36AD6F-C402-0721-852B-7AE8BBF3D6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4478471"/>
              </p:ext>
            </p:extLst>
          </p:nvPr>
        </p:nvGraphicFramePr>
        <p:xfrm>
          <a:off x="1928815" y="3929060"/>
          <a:ext cx="2371724" cy="1562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D48AC797-BB04-5F4D-7CF2-760791ED08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3259210"/>
              </p:ext>
            </p:extLst>
          </p:nvPr>
        </p:nvGraphicFramePr>
        <p:xfrm>
          <a:off x="4910137" y="2124073"/>
          <a:ext cx="2509837" cy="147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4130946B-B2A4-156A-0782-E7AA852B19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39430"/>
              </p:ext>
            </p:extLst>
          </p:nvPr>
        </p:nvGraphicFramePr>
        <p:xfrm>
          <a:off x="4910138" y="3929060"/>
          <a:ext cx="2371724" cy="1562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D999DCAD-2F11-3DAA-03B1-25E6F9D6D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1644278"/>
              </p:ext>
            </p:extLst>
          </p:nvPr>
        </p:nvGraphicFramePr>
        <p:xfrm>
          <a:off x="8467725" y="2124073"/>
          <a:ext cx="2371724" cy="147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4" r:lo="rId25" r:qs="rId26" r:cs="rId27"/>
          </a:graphicData>
        </a:graphic>
      </p:graphicFrame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32C91E23-26EF-82BA-5A46-AD6890C4FA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0278043"/>
              </p:ext>
            </p:extLst>
          </p:nvPr>
        </p:nvGraphicFramePr>
        <p:xfrm>
          <a:off x="8467725" y="3929060"/>
          <a:ext cx="2371724" cy="1562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9" r:lo="rId30" r:qs="rId31" r:cs="rId32"/>
          </a:graphicData>
        </a:graphic>
      </p:graphicFrame>
    </p:spTree>
    <p:extLst>
      <p:ext uri="{BB962C8B-B14F-4D97-AF65-F5344CB8AC3E}">
        <p14:creationId xmlns:p14="http://schemas.microsoft.com/office/powerpoint/2010/main" val="5047802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6C74549-764D-023F-CFD1-06F2F3A870AC}"/>
              </a:ext>
            </a:extLst>
          </p:cNvPr>
          <p:cNvSpPr/>
          <p:nvPr/>
        </p:nvSpPr>
        <p:spPr>
          <a:xfrm>
            <a:off x="4205287" y="838200"/>
            <a:ext cx="3781425" cy="92392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&amp; objectives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5F0C520-0048-2558-91F8-E19EC2239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206422"/>
              </p:ext>
            </p:extLst>
          </p:nvPr>
        </p:nvGraphicFramePr>
        <p:xfrm>
          <a:off x="3152877" y="2361654"/>
          <a:ext cx="6000956" cy="2947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01104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20E2D5-A68A-E64A-5FF8-4DB0D70A27EF}"/>
              </a:ext>
            </a:extLst>
          </p:cNvPr>
          <p:cNvSpPr/>
          <p:nvPr/>
        </p:nvSpPr>
        <p:spPr>
          <a:xfrm>
            <a:off x="4306529" y="825911"/>
            <a:ext cx="3372465" cy="786580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ER Diagram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E7F43D-547C-9636-3F53-4FAC033D1503}"/>
              </a:ext>
            </a:extLst>
          </p:cNvPr>
          <p:cNvSpPr/>
          <p:nvPr/>
        </p:nvSpPr>
        <p:spPr>
          <a:xfrm>
            <a:off x="2330244" y="1799303"/>
            <a:ext cx="7836310" cy="3746090"/>
          </a:xfrm>
          <a:prstGeom prst="round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6400"/>
                      </a14:imgEffect>
                      <a14:imgEffect>
                        <a14:saturation sat="200000"/>
                      </a14:imgEffect>
                      <a14:imgEffect>
                        <a14:brightnessContrast bright="-7000"/>
                      </a14:imgEffect>
                    </a14:imgLayer>
                  </a14:imgProps>
                </a:ext>
              </a:extLst>
            </a:blip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91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6FE4F-1160-4C82-0C36-FAFB5EAC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308792-E67F-CD36-E4DD-9824C8D7E9CA}"/>
              </a:ext>
            </a:extLst>
          </p:cNvPr>
          <p:cNvSpPr/>
          <p:nvPr/>
        </p:nvSpPr>
        <p:spPr>
          <a:xfrm>
            <a:off x="4306529" y="825911"/>
            <a:ext cx="3883742" cy="786580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The LMS Schema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0A3B20-3D8F-500E-EBAE-C2FB8DF0F7BD}"/>
              </a:ext>
            </a:extLst>
          </p:cNvPr>
          <p:cNvSpPr/>
          <p:nvPr/>
        </p:nvSpPr>
        <p:spPr>
          <a:xfrm>
            <a:off x="2330244" y="1799302"/>
            <a:ext cx="7836310" cy="4611329"/>
          </a:xfrm>
          <a:prstGeom prst="roundRect">
            <a:avLst>
              <a:gd name="adj" fmla="val 7285"/>
            </a:avLst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16000"/>
                      </a14:imgEffect>
                    </a14:imgLayer>
                  </a14:imgProps>
                </a:ext>
              </a:extLst>
            </a:blip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923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45C3A2-2E47-13A6-4F94-3988720559A3}"/>
              </a:ext>
            </a:extLst>
          </p:cNvPr>
          <p:cNvSpPr/>
          <p:nvPr/>
        </p:nvSpPr>
        <p:spPr>
          <a:xfrm>
            <a:off x="3991897" y="688258"/>
            <a:ext cx="4001729" cy="914400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 Conventions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7124EA3-C0D3-95B5-EAAC-148F327CED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4873091"/>
              </p:ext>
            </p:extLst>
          </p:nvPr>
        </p:nvGraphicFramePr>
        <p:xfrm>
          <a:off x="3105354" y="2106015"/>
          <a:ext cx="6667911" cy="3173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DDC2EB7-930C-EF25-2BDD-084B68A451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1027515"/>
              </p:ext>
            </p:extLst>
          </p:nvPr>
        </p:nvGraphicFramePr>
        <p:xfrm>
          <a:off x="3105354" y="5218130"/>
          <a:ext cx="6667910" cy="1192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514487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554D96-AB0C-DEFA-B61C-86B17C39A77F}"/>
              </a:ext>
            </a:extLst>
          </p:cNvPr>
          <p:cNvSpPr/>
          <p:nvPr/>
        </p:nvSpPr>
        <p:spPr>
          <a:xfrm>
            <a:off x="4544348" y="602533"/>
            <a:ext cx="2894678" cy="750017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Dictionary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306290-4631-FCAA-CF02-8EB85A3DDA64}"/>
              </a:ext>
            </a:extLst>
          </p:cNvPr>
          <p:cNvSpPr/>
          <p:nvPr/>
        </p:nvSpPr>
        <p:spPr>
          <a:xfrm>
            <a:off x="314324" y="1466850"/>
            <a:ext cx="3667125" cy="2171700"/>
          </a:xfrm>
          <a:prstGeom prst="roundRect">
            <a:avLst>
              <a:gd name="adj" fmla="val 4046"/>
            </a:avLst>
          </a:prstGeom>
          <a:blipFill>
            <a:blip r:embed="rId4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88C972-6B52-F3F8-52C3-6F3795D19FE6}"/>
              </a:ext>
            </a:extLst>
          </p:cNvPr>
          <p:cNvSpPr/>
          <p:nvPr/>
        </p:nvSpPr>
        <p:spPr>
          <a:xfrm>
            <a:off x="4158124" y="2343150"/>
            <a:ext cx="3667125" cy="2171700"/>
          </a:xfrm>
          <a:prstGeom prst="roundRect">
            <a:avLst>
              <a:gd name="adj" fmla="val 4046"/>
            </a:avLst>
          </a:prstGeom>
          <a:blipFill>
            <a:blip r:embed="rId5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C0EFB1-5FD0-749A-1F70-EA9B5BAC0F5A}"/>
              </a:ext>
            </a:extLst>
          </p:cNvPr>
          <p:cNvSpPr/>
          <p:nvPr/>
        </p:nvSpPr>
        <p:spPr>
          <a:xfrm>
            <a:off x="8210550" y="4643437"/>
            <a:ext cx="3667125" cy="1800225"/>
          </a:xfrm>
          <a:prstGeom prst="roundRect">
            <a:avLst>
              <a:gd name="adj" fmla="val 4046"/>
            </a:avLst>
          </a:prstGeom>
          <a:blipFill>
            <a:blip r:embed="rId6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1832A7-E073-60A4-2D90-89F9707F416F}"/>
              </a:ext>
            </a:extLst>
          </p:cNvPr>
          <p:cNvSpPr/>
          <p:nvPr/>
        </p:nvSpPr>
        <p:spPr>
          <a:xfrm>
            <a:off x="314324" y="4457700"/>
            <a:ext cx="3667125" cy="2171700"/>
          </a:xfrm>
          <a:prstGeom prst="roundRect">
            <a:avLst>
              <a:gd name="adj" fmla="val 4046"/>
            </a:avLst>
          </a:prstGeom>
          <a:blipFill>
            <a:blip r:embed="rId7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9AAD2BC-0442-DF43-1E0B-EA7DB33196B7}"/>
              </a:ext>
            </a:extLst>
          </p:cNvPr>
          <p:cNvSpPr/>
          <p:nvPr/>
        </p:nvSpPr>
        <p:spPr>
          <a:xfrm>
            <a:off x="8210550" y="1466850"/>
            <a:ext cx="3667125" cy="2171700"/>
          </a:xfrm>
          <a:prstGeom prst="roundRect">
            <a:avLst>
              <a:gd name="adj" fmla="val 4046"/>
            </a:avLst>
          </a:prstGeom>
          <a:blipFill>
            <a:blip r:embed="rId8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03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FA4D7C-029A-563B-C731-DE873B218D6F}"/>
              </a:ext>
            </a:extLst>
          </p:cNvPr>
          <p:cNvSpPr/>
          <p:nvPr/>
        </p:nvSpPr>
        <p:spPr>
          <a:xfrm>
            <a:off x="4010025" y="367890"/>
            <a:ext cx="4171950" cy="77152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Rules Summary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55F3968-E7E8-1DCB-EDA2-E70055EF0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9918911"/>
              </p:ext>
            </p:extLst>
          </p:nvPr>
        </p:nvGraphicFramePr>
        <p:xfrm>
          <a:off x="2905329" y="1258290"/>
          <a:ext cx="6667911" cy="3173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A98156F-7EAA-B55E-7AA0-42FCAACB2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7602997"/>
              </p:ext>
            </p:extLst>
          </p:nvPr>
        </p:nvGraphicFramePr>
        <p:xfrm>
          <a:off x="2905329" y="4160548"/>
          <a:ext cx="6667910" cy="1192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E460AA2-B928-3618-0CB9-5876A54BE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6188261"/>
              </p:ext>
            </p:extLst>
          </p:nvPr>
        </p:nvGraphicFramePr>
        <p:xfrm>
          <a:off x="2905329" y="5141623"/>
          <a:ext cx="6667910" cy="1192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  <p:extLst>
      <p:ext uri="{BB962C8B-B14F-4D97-AF65-F5344CB8AC3E}">
        <p14:creationId xmlns:p14="http://schemas.microsoft.com/office/powerpoint/2010/main" val="3678107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5CE719-BF40-E026-C16F-B05B430D9474}"/>
              </a:ext>
            </a:extLst>
          </p:cNvPr>
          <p:cNvSpPr/>
          <p:nvPr/>
        </p:nvSpPr>
        <p:spPr>
          <a:xfrm>
            <a:off x="4598193" y="657225"/>
            <a:ext cx="2995613" cy="8667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DDL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4833FA-FC9A-9D1F-FA78-3EDF60BDB16A}"/>
              </a:ext>
            </a:extLst>
          </p:cNvPr>
          <p:cNvSpPr/>
          <p:nvPr/>
        </p:nvSpPr>
        <p:spPr>
          <a:xfrm>
            <a:off x="121920" y="1844991"/>
            <a:ext cx="4043680" cy="3838575"/>
          </a:xfrm>
          <a:prstGeom prst="roundRect">
            <a:avLst>
              <a:gd name="adj" fmla="val 3441"/>
            </a:avLst>
          </a:prstGeom>
          <a:blipFill>
            <a:blip r:embed="rId4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6F1B28-D853-BBB5-1A78-E23D50670CB1}"/>
              </a:ext>
            </a:extLst>
          </p:cNvPr>
          <p:cNvSpPr/>
          <p:nvPr/>
        </p:nvSpPr>
        <p:spPr>
          <a:xfrm>
            <a:off x="8458202" y="1844990"/>
            <a:ext cx="3464560" cy="3838575"/>
          </a:xfrm>
          <a:prstGeom prst="roundRect">
            <a:avLst>
              <a:gd name="adj" fmla="val 2203"/>
            </a:avLst>
          </a:prstGeom>
          <a:blipFill>
            <a:blip r:embed="rId5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E4F16D-2B26-4152-37DB-2C26F5B5C386}"/>
              </a:ext>
            </a:extLst>
          </p:cNvPr>
          <p:cNvSpPr/>
          <p:nvPr/>
        </p:nvSpPr>
        <p:spPr>
          <a:xfrm>
            <a:off x="4251962" y="1844991"/>
            <a:ext cx="4119878" cy="3838575"/>
          </a:xfrm>
          <a:prstGeom prst="roundRect">
            <a:avLst>
              <a:gd name="adj" fmla="val 3182"/>
            </a:avLst>
          </a:prstGeom>
          <a:blipFill>
            <a:blip r:embed="rId6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5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FF9566-09B0-E214-75F6-9ADD56F6A80D}"/>
              </a:ext>
            </a:extLst>
          </p:cNvPr>
          <p:cNvSpPr/>
          <p:nvPr/>
        </p:nvSpPr>
        <p:spPr>
          <a:xfrm>
            <a:off x="4598193" y="657225"/>
            <a:ext cx="2995613" cy="8667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D21229-0232-9620-C3FF-9E87560B3474}"/>
              </a:ext>
            </a:extLst>
          </p:cNvPr>
          <p:cNvSpPr/>
          <p:nvPr/>
        </p:nvSpPr>
        <p:spPr>
          <a:xfrm>
            <a:off x="731520" y="2087880"/>
            <a:ext cx="4785360" cy="1676400"/>
          </a:xfrm>
          <a:prstGeom prst="roundRect">
            <a:avLst>
              <a:gd name="adj" fmla="val 9534"/>
            </a:avLst>
          </a:prstGeom>
          <a:blipFill>
            <a:blip r:embed="rId3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B5EEC-BC8F-232D-C742-F65FFD5CA8C2}"/>
              </a:ext>
            </a:extLst>
          </p:cNvPr>
          <p:cNvSpPr/>
          <p:nvPr/>
        </p:nvSpPr>
        <p:spPr>
          <a:xfrm>
            <a:off x="731520" y="4709158"/>
            <a:ext cx="4785360" cy="1676399"/>
          </a:xfrm>
          <a:prstGeom prst="roundRect">
            <a:avLst>
              <a:gd name="adj" fmla="val 12425"/>
            </a:avLst>
          </a:prstGeom>
          <a:blipFill>
            <a:blip r:embed="rId4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7D2F44-6DFE-8F50-C598-D31860B4FA3E}"/>
              </a:ext>
            </a:extLst>
          </p:cNvPr>
          <p:cNvSpPr/>
          <p:nvPr/>
        </p:nvSpPr>
        <p:spPr>
          <a:xfrm>
            <a:off x="7396480" y="4922517"/>
            <a:ext cx="3962400" cy="1463040"/>
          </a:xfrm>
          <a:prstGeom prst="roundRect">
            <a:avLst>
              <a:gd name="adj" fmla="val 9723"/>
            </a:avLst>
          </a:prstGeom>
          <a:blipFill>
            <a:blip r:embed="rId5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0D38E9-3EC2-2F15-D2D1-B4A49BAC0FDB}"/>
              </a:ext>
            </a:extLst>
          </p:cNvPr>
          <p:cNvSpPr/>
          <p:nvPr/>
        </p:nvSpPr>
        <p:spPr>
          <a:xfrm>
            <a:off x="7396480" y="1645920"/>
            <a:ext cx="3962400" cy="2560320"/>
          </a:xfrm>
          <a:prstGeom prst="roundRect">
            <a:avLst>
              <a:gd name="adj" fmla="val 2954"/>
            </a:avLst>
          </a:prstGeom>
          <a:blipFill>
            <a:blip r:embed="rId6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76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BB28D9-AB80-CB51-36C0-9AA9F2AE8FBD}"/>
              </a:ext>
            </a:extLst>
          </p:cNvPr>
          <p:cNvSpPr/>
          <p:nvPr/>
        </p:nvSpPr>
        <p:spPr>
          <a:xfrm>
            <a:off x="3716747" y="517236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Borrowing Book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9E1863-5C2F-2D95-9EBB-4AA9DEE8D7AB}"/>
              </a:ext>
            </a:extLst>
          </p:cNvPr>
          <p:cNvSpPr/>
          <p:nvPr/>
        </p:nvSpPr>
        <p:spPr>
          <a:xfrm>
            <a:off x="560439" y="1794386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sends {user_id, book_id, staff_id}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1340A0-E8FC-94E4-BCE8-53C658D97DE2}"/>
              </a:ext>
            </a:extLst>
          </p:cNvPr>
          <p:cNvSpPr/>
          <p:nvPr/>
        </p:nvSpPr>
        <p:spPr>
          <a:xfrm>
            <a:off x="8716201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COMMIT → reply {success, process_code, due_date}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55DC26-33C4-77B4-E350-16916DE530F5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 book SET available_copies = available_copies –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5DF9C6-66CF-69BB-CC92-94A992CEEB45}"/>
              </a:ext>
            </a:extLst>
          </p:cNvPr>
          <p:cNvSpPr/>
          <p:nvPr/>
        </p:nvSpPr>
        <p:spPr>
          <a:xfrm>
            <a:off x="560439" y="3854246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INSERT borrowing_process (status=‘Borrowed’, due=+14 d)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FBD1F5-1987-D4B9-A42C-B7ABC4AEDEF3}"/>
              </a:ext>
            </a:extLst>
          </p:cNvPr>
          <p:cNvSpPr/>
          <p:nvPr/>
        </p:nvSpPr>
        <p:spPr>
          <a:xfrm>
            <a:off x="8716201" y="1789471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Validate book (available_copies &gt; 0)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C8C6D2-CDBB-347E-5993-4C0B1A5C946C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Validate user</a:t>
            </a:r>
          </a:p>
          <a:p>
            <a:pPr algn="ctr"/>
            <a:r>
              <a:rPr lang="en-US" dirty="0"/>
              <a:t> (status, limit)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5D87F7D-92BA-4F49-0D72-4C381D8F4EDB}"/>
              </a:ext>
            </a:extLst>
          </p:cNvPr>
          <p:cNvSpPr/>
          <p:nvPr/>
        </p:nvSpPr>
        <p:spPr>
          <a:xfrm>
            <a:off x="3461877" y="2151839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F893384-E6BF-C15C-254A-C2BFF42AA916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A94A83C-CF65-EC06-BC2E-61289FA19467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8C94B0B-3768-7FFC-AE35-0A7768F9DF14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B7FD93-B50B-4BB4-8C8D-CF665DEF5FDE}"/>
              </a:ext>
            </a:extLst>
          </p:cNvPr>
          <p:cNvSpPr/>
          <p:nvPr/>
        </p:nvSpPr>
        <p:spPr>
          <a:xfrm>
            <a:off x="4739149" y="5515896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Rollback on any exception → user sees one concise error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18016B3-5043-0785-CB3B-762F84B14E63}"/>
              </a:ext>
            </a:extLst>
          </p:cNvPr>
          <p:cNvCxnSpPr>
            <a:cxnSpLocks/>
            <a:stCxn id="14" idx="1"/>
            <a:endCxn id="4" idx="1"/>
          </p:cNvCxnSpPr>
          <p:nvPr/>
        </p:nvCxnSpPr>
        <p:spPr>
          <a:xfrm rot="10800000">
            <a:off x="560439" y="2399070"/>
            <a:ext cx="4178710" cy="3721510"/>
          </a:xfrm>
          <a:prstGeom prst="bentConnector3">
            <a:avLst>
              <a:gd name="adj1" fmla="val 105471"/>
            </a:avLst>
          </a:prstGeom>
          <a:ln w="50800">
            <a:solidFill>
              <a:srgbClr val="9F766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631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5A42C-D770-4C6B-867C-F5A3EEA9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7D789A-9FA4-C28B-0F2F-02D531315C7F}"/>
              </a:ext>
            </a:extLst>
          </p:cNvPr>
          <p:cNvSpPr/>
          <p:nvPr/>
        </p:nvSpPr>
        <p:spPr>
          <a:xfrm>
            <a:off x="3716747" y="517236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Adding New Book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8D4476-9150-1445-2BB3-043C03D6C457}"/>
              </a:ext>
            </a:extLst>
          </p:cNvPr>
          <p:cNvSpPr/>
          <p:nvPr/>
        </p:nvSpPr>
        <p:spPr>
          <a:xfrm>
            <a:off x="560439" y="1952641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Staff (position=Library manager) fills “Add Book” form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0EAD14-C286-7322-40F7-ACEA8C8DABD0}"/>
              </a:ext>
            </a:extLst>
          </p:cNvPr>
          <p:cNvSpPr/>
          <p:nvPr/>
        </p:nvSpPr>
        <p:spPr>
          <a:xfrm>
            <a:off x="8716201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INTO book (…) VALUES (…)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43D310-BD61-6F50-52BD-A285F031BC9C}"/>
              </a:ext>
            </a:extLst>
          </p:cNvPr>
          <p:cNvSpPr/>
          <p:nvPr/>
        </p:nvSpPr>
        <p:spPr>
          <a:xfrm>
            <a:off x="4739148" y="3810000"/>
            <a:ext cx="2606531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new author → INSERT INTO author (author_name) ON DUPLICATE KEY UPDATE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B76F57-35D9-626D-2FBF-D8186231E8D5}"/>
              </a:ext>
            </a:extLst>
          </p:cNvPr>
          <p:cNvSpPr/>
          <p:nvPr/>
        </p:nvSpPr>
        <p:spPr>
          <a:xfrm>
            <a:off x="560439" y="3810000"/>
            <a:ext cx="2458064" cy="1406012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Back-end checks permission (</a:t>
            </a:r>
            <a:r>
              <a:rPr lang="en-US" dirty="0" err="1"/>
              <a:t>requireStaff</a:t>
            </a:r>
            <a:r>
              <a:rPr lang="en-US" dirty="0"/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161816-F625-68CF-0D28-00F52DF8972E}"/>
              </a:ext>
            </a:extLst>
          </p:cNvPr>
          <p:cNvSpPr/>
          <p:nvPr/>
        </p:nvSpPr>
        <p:spPr>
          <a:xfrm>
            <a:off x="8715122" y="1526249"/>
            <a:ext cx="3069399" cy="1635760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{action:‘</a:t>
            </a:r>
            <a:r>
              <a:rPr lang="en-US" dirty="0" err="1"/>
              <a:t>books_add</a:t>
            </a:r>
            <a:r>
              <a:rPr lang="en-US" dirty="0"/>
              <a:t>’, </a:t>
            </a:r>
            <a:r>
              <a:rPr lang="en-US" dirty="0" err="1"/>
              <a:t>book_name</a:t>
            </a:r>
            <a:r>
              <a:rPr lang="en-US" dirty="0"/>
              <a:t>, </a:t>
            </a:r>
            <a:r>
              <a:rPr lang="en-US" dirty="0" err="1"/>
              <a:t>author_name</a:t>
            </a:r>
            <a:r>
              <a:rPr lang="en-US" dirty="0"/>
              <a:t>, </a:t>
            </a:r>
            <a:r>
              <a:rPr lang="en-US" dirty="0" err="1"/>
              <a:t>publishing_year</a:t>
            </a:r>
            <a:r>
              <a:rPr lang="en-US" dirty="0"/>
              <a:t>, available_copies, …} → </a:t>
            </a:r>
            <a:r>
              <a:rPr lang="en-US" dirty="0" err="1"/>
              <a:t>library.php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A4B782-443F-0DF4-5A60-4A7BE63C5676}"/>
              </a:ext>
            </a:extLst>
          </p:cNvPr>
          <p:cNvSpPr/>
          <p:nvPr/>
        </p:nvSpPr>
        <p:spPr>
          <a:xfrm>
            <a:off x="4739148" y="1952641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 validates (required fields, numeric copies, URL cover)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CE4A4A6-9652-43AC-BC0F-AEC5486E5BE2}"/>
              </a:ext>
            </a:extLst>
          </p:cNvPr>
          <p:cNvSpPr/>
          <p:nvPr/>
        </p:nvSpPr>
        <p:spPr>
          <a:xfrm>
            <a:off x="3461877" y="2151839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C75A235-9A4F-12ED-B1C0-43B384F2C3B6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4892E09-15D2-E968-F622-5F446759600C}"/>
              </a:ext>
            </a:extLst>
          </p:cNvPr>
          <p:cNvSpPr/>
          <p:nvPr/>
        </p:nvSpPr>
        <p:spPr>
          <a:xfrm>
            <a:off x="3461877" y="4182991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6D33219-0CDE-1F0D-FE3D-A8D55FD097CC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C26CC9-9CB0-974A-CF8D-06DADA5573EF}"/>
              </a:ext>
            </a:extLst>
          </p:cNvPr>
          <p:cNvSpPr/>
          <p:nvPr/>
        </p:nvSpPr>
        <p:spPr>
          <a:xfrm>
            <a:off x="2270856" y="5361437"/>
            <a:ext cx="2692397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Rollback on any PDOException → reply {success: false, message}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BA837A-B9F2-7094-5340-E2CA4863121E}"/>
              </a:ext>
            </a:extLst>
          </p:cNvPr>
          <p:cNvSpPr/>
          <p:nvPr/>
        </p:nvSpPr>
        <p:spPr>
          <a:xfrm>
            <a:off x="6870309" y="5361437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Reply {success: true, book_id, message} → toast “Book added”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ADF500-A46E-3880-8ED9-E5C814E0C1FF}"/>
              </a:ext>
            </a:extLst>
          </p:cNvPr>
          <p:cNvSpPr/>
          <p:nvPr/>
        </p:nvSpPr>
        <p:spPr>
          <a:xfrm rot="10800000">
            <a:off x="9760617" y="554809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6B4AD4F-ECD9-9C9C-48BD-94D59C454B25}"/>
              </a:ext>
            </a:extLst>
          </p:cNvPr>
          <p:cNvCxnSpPr>
            <a:cxnSpLocks/>
          </p:cNvCxnSpPr>
          <p:nvPr/>
        </p:nvCxnSpPr>
        <p:spPr>
          <a:xfrm rot="10800000">
            <a:off x="572992" y="2579846"/>
            <a:ext cx="1710417" cy="3408796"/>
          </a:xfrm>
          <a:prstGeom prst="bentConnector3">
            <a:avLst>
              <a:gd name="adj1" fmla="val 113365"/>
            </a:avLst>
          </a:prstGeom>
          <a:ln w="50800">
            <a:solidFill>
              <a:srgbClr val="9F766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954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B030D-AE58-9C67-4101-1E3FE105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169EB8-C115-8B6D-F59C-31BEED84E98E}"/>
              </a:ext>
            </a:extLst>
          </p:cNvPr>
          <p:cNvSpPr/>
          <p:nvPr/>
        </p:nvSpPr>
        <p:spPr>
          <a:xfrm>
            <a:off x="3716747" y="517236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Deleting Book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C33D3C-50D7-637A-9076-47206BF4B245}"/>
              </a:ext>
            </a:extLst>
          </p:cNvPr>
          <p:cNvSpPr/>
          <p:nvPr/>
        </p:nvSpPr>
        <p:spPr>
          <a:xfrm>
            <a:off x="560439" y="1794386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Staff enters book_id, confirms deletion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453A40-BEC1-EF0E-9BDA-4E0FF1320538}"/>
              </a:ext>
            </a:extLst>
          </p:cNvPr>
          <p:cNvSpPr/>
          <p:nvPr/>
        </p:nvSpPr>
        <p:spPr>
          <a:xfrm>
            <a:off x="8716201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ELSE DELETE FROM book WHERE book_id=?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89CF5C-80F9-3051-2730-5553A8EC77C7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count &gt; 0 → reject “Cannot delete – active borrowing process”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F4D8FE-81A7-CB8A-6185-C28B3F175D9F}"/>
              </a:ext>
            </a:extLst>
          </p:cNvPr>
          <p:cNvSpPr/>
          <p:nvPr/>
        </p:nvSpPr>
        <p:spPr>
          <a:xfrm>
            <a:off x="560438" y="3854246"/>
            <a:ext cx="2689783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COUNT(*) FROM borrowing_process WHERE book_id=? AND status=‘Borrowed’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FA0618-991D-DFF8-09A1-ED5574100E89}"/>
              </a:ext>
            </a:extLst>
          </p:cNvPr>
          <p:cNvSpPr/>
          <p:nvPr/>
        </p:nvSpPr>
        <p:spPr>
          <a:xfrm>
            <a:off x="8716201" y="1789471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require Staff check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2D9610-1A26-D161-472D-75611DE23BCD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{action:‘books_delete’, book_id} → library.php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C924FDE-E374-89A4-2470-49760428014E}"/>
              </a:ext>
            </a:extLst>
          </p:cNvPr>
          <p:cNvSpPr/>
          <p:nvPr/>
        </p:nvSpPr>
        <p:spPr>
          <a:xfrm>
            <a:off x="3461877" y="2151839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51F2E81-B419-A8B8-3BF4-A82CE2D3528D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3958CD0-0AB6-D967-540D-C6A8A0BCC39B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29A0FF0-D5A2-AF4B-D53B-BE8339159384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D87EB7-549A-B6C6-F815-6FE52F9A8770}"/>
              </a:ext>
            </a:extLst>
          </p:cNvPr>
          <p:cNvSpPr/>
          <p:nvPr/>
        </p:nvSpPr>
        <p:spPr>
          <a:xfrm>
            <a:off x="2722049" y="539913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Rollback on any exception → user sees one concise error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EB23D34-60D8-0F41-CCB5-0D4595DB6EBA}"/>
              </a:ext>
            </a:extLst>
          </p:cNvPr>
          <p:cNvCxnSpPr>
            <a:cxnSpLocks/>
            <a:stCxn id="14" idx="1"/>
            <a:endCxn id="4" idx="1"/>
          </p:cNvCxnSpPr>
          <p:nvPr/>
        </p:nvCxnSpPr>
        <p:spPr>
          <a:xfrm rot="10800000">
            <a:off x="560439" y="2399071"/>
            <a:ext cx="2161610" cy="3604747"/>
          </a:xfrm>
          <a:prstGeom prst="bentConnector3">
            <a:avLst>
              <a:gd name="adj1" fmla="val 110575"/>
            </a:avLst>
          </a:prstGeom>
          <a:ln w="50800">
            <a:solidFill>
              <a:srgbClr val="9F766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C2979A2-80C9-C709-FE5B-533851A258FD}"/>
              </a:ext>
            </a:extLst>
          </p:cNvPr>
          <p:cNvSpPr/>
          <p:nvPr/>
        </p:nvSpPr>
        <p:spPr>
          <a:xfrm rot="10800000">
            <a:off x="9456029" y="5761501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0F22DB-F64C-C5DD-8C30-37583B5E93A7}"/>
              </a:ext>
            </a:extLst>
          </p:cNvPr>
          <p:cNvSpPr/>
          <p:nvPr/>
        </p:nvSpPr>
        <p:spPr>
          <a:xfrm>
            <a:off x="6856981" y="5399133"/>
            <a:ext cx="2256599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Reply {</a:t>
            </a:r>
            <a:r>
              <a:rPr lang="en-US" dirty="0" err="1"/>
              <a:t>success:true</a:t>
            </a:r>
            <a:r>
              <a:rPr lang="en-US" dirty="0"/>
              <a:t>} → UI removes card, reloads catalogue</a:t>
            </a:r>
          </a:p>
        </p:txBody>
      </p:sp>
    </p:spTree>
    <p:extLst>
      <p:ext uri="{BB962C8B-B14F-4D97-AF65-F5344CB8AC3E}">
        <p14:creationId xmlns:p14="http://schemas.microsoft.com/office/powerpoint/2010/main" val="1874437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D2FA7-F5F4-FFD7-102F-9AB59D81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8B5414-5A0F-892B-9142-41D08037C22F}"/>
              </a:ext>
            </a:extLst>
          </p:cNvPr>
          <p:cNvSpPr/>
          <p:nvPr/>
        </p:nvSpPr>
        <p:spPr>
          <a:xfrm>
            <a:off x="3716747" y="517236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Adding New User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E14ACD-9EE6-0D29-5AFC-9E4ACC246795}"/>
              </a:ext>
            </a:extLst>
          </p:cNvPr>
          <p:cNvSpPr/>
          <p:nvPr/>
        </p:nvSpPr>
        <p:spPr>
          <a:xfrm>
            <a:off x="560439" y="1794386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Public form (fullname, username, email, phone, age, password, user_type)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16EAA-95BD-1550-7DF2-6AEB05F5A54C}"/>
              </a:ext>
            </a:extLst>
          </p:cNvPr>
          <p:cNvSpPr/>
          <p:nvPr/>
        </p:nvSpPr>
        <p:spPr>
          <a:xfrm>
            <a:off x="8716200" y="3810000"/>
            <a:ext cx="3018599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Reply {success:true, user_id} → modal closes, toast “Registration successful”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C9E7E6-035A-25C4-96CB-9A544D9D0952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 duplicate username/email → reply 23000 error → “Already exists”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03961F-D140-11A2-FC0F-2083C1ABC6AF}"/>
              </a:ext>
            </a:extLst>
          </p:cNvPr>
          <p:cNvSpPr/>
          <p:nvPr/>
        </p:nvSpPr>
        <p:spPr>
          <a:xfrm>
            <a:off x="560438" y="3854246"/>
            <a:ext cx="2689783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INTO users (…, password=</a:t>
            </a:r>
            <a:r>
              <a:rPr lang="en-US" dirty="0" err="1"/>
              <a:t>hashPassword</a:t>
            </a:r>
            <a:r>
              <a:rPr lang="en-US" dirty="0"/>
              <a:t>(..), age=calculated)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C38AF0-B633-7B78-2975-027897F9E5CC}"/>
              </a:ext>
            </a:extLst>
          </p:cNvPr>
          <p:cNvSpPr/>
          <p:nvPr/>
        </p:nvSpPr>
        <p:spPr>
          <a:xfrm>
            <a:off x="8716200" y="1789471"/>
            <a:ext cx="2703639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{action:‘</a:t>
            </a:r>
            <a:r>
              <a:rPr lang="en-US" dirty="0" err="1"/>
              <a:t>register_user</a:t>
            </a:r>
            <a:r>
              <a:rPr lang="en-US" dirty="0"/>
              <a:t>’, …} → </a:t>
            </a:r>
            <a:r>
              <a:rPr lang="en-US" dirty="0" err="1"/>
              <a:t>user_staff.php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DEF9FD-F2A5-E226-61BD-5C591FFC57B5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JS validates (age ≥ 15, password ≥ 6, email regex)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D418D92-2FC2-579E-4D1D-80DDA55281D8}"/>
              </a:ext>
            </a:extLst>
          </p:cNvPr>
          <p:cNvSpPr/>
          <p:nvPr/>
        </p:nvSpPr>
        <p:spPr>
          <a:xfrm>
            <a:off x="3461877" y="2151839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25C98C8-5E42-360E-496C-3AE93DB6AC53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3539984-4ED7-10A6-3C52-0D25AC55D0FB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1322405-E2B2-14DE-94FE-72911692945F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57F13F-DCDD-40DA-114A-FE01E9BF3D2C}"/>
              </a:ext>
            </a:extLst>
          </p:cNvPr>
          <p:cNvSpPr/>
          <p:nvPr/>
        </p:nvSpPr>
        <p:spPr>
          <a:xfrm>
            <a:off x="4215569" y="5462928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Rollback on any exception → user sees one concise error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2C961F5-D249-5D48-C1BE-D01CD98830C3}"/>
              </a:ext>
            </a:extLst>
          </p:cNvPr>
          <p:cNvCxnSpPr>
            <a:cxnSpLocks/>
            <a:stCxn id="14" idx="1"/>
            <a:endCxn id="4" idx="1"/>
          </p:cNvCxnSpPr>
          <p:nvPr/>
        </p:nvCxnSpPr>
        <p:spPr>
          <a:xfrm rot="10800000">
            <a:off x="560439" y="2399070"/>
            <a:ext cx="3655130" cy="3668542"/>
          </a:xfrm>
          <a:prstGeom prst="bentConnector3">
            <a:avLst>
              <a:gd name="adj1" fmla="val 106254"/>
            </a:avLst>
          </a:prstGeom>
          <a:ln w="50800">
            <a:solidFill>
              <a:srgbClr val="9F766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398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712C7-CFE9-9EF3-A5A1-8F7E8FA03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C59118-C244-20C3-10D3-9370C06C363E}"/>
              </a:ext>
            </a:extLst>
          </p:cNvPr>
          <p:cNvSpPr/>
          <p:nvPr/>
        </p:nvSpPr>
        <p:spPr>
          <a:xfrm>
            <a:off x="3716747" y="517236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Deleting User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D61FE4-2204-7D53-F984-1D58FA73BB40}"/>
              </a:ext>
            </a:extLst>
          </p:cNvPr>
          <p:cNvSpPr/>
          <p:nvPr/>
        </p:nvSpPr>
        <p:spPr>
          <a:xfrm>
            <a:off x="560439" y="1794386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Staff (manager) clicks “Delete User”, confirms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C88D68-A117-FA1B-7CE0-6583BA23C14A}"/>
              </a:ext>
            </a:extLst>
          </p:cNvPr>
          <p:cNvSpPr/>
          <p:nvPr/>
        </p:nvSpPr>
        <p:spPr>
          <a:xfrm>
            <a:off x="8716201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COMMIT → reply {success:true} → row removed from user list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DB08D2-7305-2BF8-4BEA-BC467AB8D2EA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 FROM users CASCADE (borrowing_process 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16BC91-39AA-BF3B-823F-10180BE2E307}"/>
              </a:ext>
            </a:extLst>
          </p:cNvPr>
          <p:cNvSpPr/>
          <p:nvPr/>
        </p:nvSpPr>
        <p:spPr>
          <a:xfrm>
            <a:off x="560438" y="3854246"/>
            <a:ext cx="2689783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user_id FROM users WHERE user_id=? FOR UPDATE)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B7FA4F-56FB-2DB2-5ED7-ECC93BC3CC7F}"/>
              </a:ext>
            </a:extLst>
          </p:cNvPr>
          <p:cNvSpPr/>
          <p:nvPr/>
        </p:nvSpPr>
        <p:spPr>
          <a:xfrm>
            <a:off x="8716200" y="1789471"/>
            <a:ext cx="2703639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requireStaff</a:t>
            </a:r>
            <a:r>
              <a:rPr lang="en-US" dirty="0"/>
              <a:t> check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E42901-23E4-254F-DE8A-78490E74C715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{action:‘</a:t>
            </a:r>
            <a:r>
              <a:rPr lang="en-US" dirty="0" err="1"/>
              <a:t>delete_user</a:t>
            </a:r>
            <a:r>
              <a:rPr lang="en-US" dirty="0"/>
              <a:t>’, user_id} → </a:t>
            </a:r>
            <a:r>
              <a:rPr lang="en-US" dirty="0" err="1"/>
              <a:t>user_staff.php</a:t>
            </a:r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87902EC-F975-8E9A-0A13-6040B36FECCD}"/>
              </a:ext>
            </a:extLst>
          </p:cNvPr>
          <p:cNvSpPr/>
          <p:nvPr/>
        </p:nvSpPr>
        <p:spPr>
          <a:xfrm>
            <a:off x="3461877" y="2151839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018030-28DF-78EC-C50F-224430881840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444C87F-7251-5F5D-1C18-2BCCA49775E1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9345FC3-F599-2E56-AA0C-ADA5C1014B46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0CF124-C382-01A8-5D6C-F9019BFA8F77}"/>
              </a:ext>
            </a:extLst>
          </p:cNvPr>
          <p:cNvSpPr/>
          <p:nvPr/>
        </p:nvSpPr>
        <p:spPr>
          <a:xfrm>
            <a:off x="4739148" y="540929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Rollback on any exception → user sees one concise error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7A135FE-CE66-C771-8146-536A68E76F35}"/>
              </a:ext>
            </a:extLst>
          </p:cNvPr>
          <p:cNvCxnSpPr>
            <a:cxnSpLocks/>
            <a:stCxn id="14" idx="1"/>
            <a:endCxn id="4" idx="1"/>
          </p:cNvCxnSpPr>
          <p:nvPr/>
        </p:nvCxnSpPr>
        <p:spPr>
          <a:xfrm rot="10800000">
            <a:off x="560440" y="2399071"/>
            <a:ext cx="4178709" cy="3614907"/>
          </a:xfrm>
          <a:prstGeom prst="bentConnector3">
            <a:avLst>
              <a:gd name="adj1" fmla="val 105471"/>
            </a:avLst>
          </a:prstGeom>
          <a:ln w="50800">
            <a:solidFill>
              <a:srgbClr val="9F766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534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053D7-0462-4D0C-7964-22FAB91E4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874207-44BE-EED7-D212-8C1564BD440F}"/>
              </a:ext>
            </a:extLst>
          </p:cNvPr>
          <p:cNvSpPr/>
          <p:nvPr/>
        </p:nvSpPr>
        <p:spPr>
          <a:xfrm>
            <a:off x="3716747" y="517236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Adding Stuff Member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BB5926-F6BD-666E-ADA7-381A217A7A7B}"/>
              </a:ext>
            </a:extLst>
          </p:cNvPr>
          <p:cNvSpPr/>
          <p:nvPr/>
        </p:nvSpPr>
        <p:spPr>
          <a:xfrm>
            <a:off x="560439" y="1493520"/>
            <a:ext cx="3066680" cy="1510234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Manager-only form (staff_member_name, username, email, position, </a:t>
            </a:r>
            <a:r>
              <a:rPr lang="en-US" dirty="0" err="1"/>
              <a:t>hire_date</a:t>
            </a:r>
            <a:r>
              <a:rPr lang="en-US" dirty="0"/>
              <a:t>, salary, age, password)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726E4E-B672-72F2-0F81-A391FA6A17E5}"/>
              </a:ext>
            </a:extLst>
          </p:cNvPr>
          <p:cNvSpPr/>
          <p:nvPr/>
        </p:nvSpPr>
        <p:spPr>
          <a:xfrm>
            <a:off x="8716201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 duplicate username/email → reply 23000 error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7B6572-C485-CB86-34A2-51AC72AFA268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INTO </a:t>
            </a:r>
            <a:r>
              <a:rPr lang="en-US" dirty="0" err="1"/>
              <a:t>staff_member</a:t>
            </a:r>
            <a:r>
              <a:rPr lang="en-US" dirty="0"/>
              <a:t> (…, password=</a:t>
            </a:r>
            <a:r>
              <a:rPr lang="en-US" dirty="0" err="1"/>
              <a:t>hashPassword</a:t>
            </a:r>
            <a:r>
              <a:rPr lang="en-US" dirty="0"/>
              <a:t>(..), age=calculated)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96BD40-9BC4-9A7B-BE33-40CAC93C8C75}"/>
              </a:ext>
            </a:extLst>
          </p:cNvPr>
          <p:cNvSpPr/>
          <p:nvPr/>
        </p:nvSpPr>
        <p:spPr>
          <a:xfrm>
            <a:off x="560438" y="3854246"/>
            <a:ext cx="2689783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requireManager</a:t>
            </a:r>
            <a:r>
              <a:rPr lang="en-US" dirty="0"/>
              <a:t> check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34281C-0A4B-2405-8228-EFFB23DDFFBD}"/>
              </a:ext>
            </a:extLst>
          </p:cNvPr>
          <p:cNvSpPr/>
          <p:nvPr/>
        </p:nvSpPr>
        <p:spPr>
          <a:xfrm>
            <a:off x="8716200" y="1789471"/>
            <a:ext cx="2703639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{action:‘</a:t>
            </a:r>
            <a:r>
              <a:rPr lang="en-US" dirty="0" err="1"/>
              <a:t>register_staff</a:t>
            </a:r>
            <a:r>
              <a:rPr lang="en-US" dirty="0"/>
              <a:t>’, …} → </a:t>
            </a:r>
            <a:r>
              <a:rPr lang="en-US" dirty="0" err="1"/>
              <a:t>user_staff.php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AC4930-E73E-4DA7-0FED-5EA4242A4785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JS + server age check (≥ 25)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8513CD3-75F0-3DF0-533E-FA8915AFC932}"/>
              </a:ext>
            </a:extLst>
          </p:cNvPr>
          <p:cNvSpPr/>
          <p:nvPr/>
        </p:nvSpPr>
        <p:spPr>
          <a:xfrm>
            <a:off x="3627119" y="2151839"/>
            <a:ext cx="813165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98B351E-3622-42F5-FC68-9F652269C219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53690A2-3567-C9D6-DDCB-576976FC8C2D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2915917-ABB7-2EFE-6826-056FD594722E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E8AE5D-43D1-73D6-4D9D-50E42F7016B9}"/>
              </a:ext>
            </a:extLst>
          </p:cNvPr>
          <p:cNvSpPr/>
          <p:nvPr/>
        </p:nvSpPr>
        <p:spPr>
          <a:xfrm>
            <a:off x="2722049" y="539913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Rollback on any exception → user sees one concise error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80D15B0-7D0F-222E-A1A8-84C370C44739}"/>
              </a:ext>
            </a:extLst>
          </p:cNvPr>
          <p:cNvCxnSpPr>
            <a:cxnSpLocks/>
            <a:stCxn id="14" idx="1"/>
            <a:endCxn id="4" idx="1"/>
          </p:cNvCxnSpPr>
          <p:nvPr/>
        </p:nvCxnSpPr>
        <p:spPr>
          <a:xfrm rot="10800000">
            <a:off x="560439" y="2248637"/>
            <a:ext cx="2161610" cy="3755180"/>
          </a:xfrm>
          <a:prstGeom prst="bentConnector3">
            <a:avLst>
              <a:gd name="adj1" fmla="val 110575"/>
            </a:avLst>
          </a:prstGeom>
          <a:ln w="50800">
            <a:solidFill>
              <a:srgbClr val="9F766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1A7B603-EAB8-8925-283B-0D1CF0C38AFC}"/>
              </a:ext>
            </a:extLst>
          </p:cNvPr>
          <p:cNvSpPr/>
          <p:nvPr/>
        </p:nvSpPr>
        <p:spPr>
          <a:xfrm rot="10800000">
            <a:off x="9456029" y="5761501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02C9F4-E6ED-490C-B76A-0D3D997820BC}"/>
              </a:ext>
            </a:extLst>
          </p:cNvPr>
          <p:cNvSpPr/>
          <p:nvPr/>
        </p:nvSpPr>
        <p:spPr>
          <a:xfrm>
            <a:off x="6409943" y="5399133"/>
            <a:ext cx="2703638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Reply {success:true, staff_id} → table refreshed, toast added</a:t>
            </a:r>
          </a:p>
        </p:txBody>
      </p:sp>
    </p:spTree>
    <p:extLst>
      <p:ext uri="{BB962C8B-B14F-4D97-AF65-F5344CB8AC3E}">
        <p14:creationId xmlns:p14="http://schemas.microsoft.com/office/powerpoint/2010/main" val="4006364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39F99-0B9D-3DCB-C2DB-877AFAA3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F5511B-86F9-D64E-A1EE-FE14A176B665}"/>
              </a:ext>
            </a:extLst>
          </p:cNvPr>
          <p:cNvSpPr/>
          <p:nvPr/>
        </p:nvSpPr>
        <p:spPr>
          <a:xfrm>
            <a:off x="3716747" y="517236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Deleting Staff Member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38C823-6C0D-12C9-F072-C5986EA1342C}"/>
              </a:ext>
            </a:extLst>
          </p:cNvPr>
          <p:cNvSpPr/>
          <p:nvPr/>
        </p:nvSpPr>
        <p:spPr>
          <a:xfrm>
            <a:off x="560439" y="1493520"/>
            <a:ext cx="3066680" cy="1510234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Manager clicks “Delete Staff”, confirms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9EB1C3-6E90-7D35-7603-5115FC222D96}"/>
              </a:ext>
            </a:extLst>
          </p:cNvPr>
          <p:cNvSpPr/>
          <p:nvPr/>
        </p:nvSpPr>
        <p:spPr>
          <a:xfrm>
            <a:off x="8716201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COMMIT → reply {success:true} → staff list reloaded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158598-FEDA-45FB-5EBF-7FFB187EC127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 FROM staff_member CASCADE (loans managed by FK)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B0D219-BDFB-E084-F0AB-71D1FE0B7416}"/>
              </a:ext>
            </a:extLst>
          </p:cNvPr>
          <p:cNvSpPr/>
          <p:nvPr/>
        </p:nvSpPr>
        <p:spPr>
          <a:xfrm>
            <a:off x="560438" y="3854246"/>
            <a:ext cx="2689783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staff_id FROM staff_member WHERE staff_id=? FOR UPDATE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0A5A39-0EEF-80A2-FC72-C2DC6169B7B6}"/>
              </a:ext>
            </a:extLst>
          </p:cNvPr>
          <p:cNvSpPr/>
          <p:nvPr/>
        </p:nvSpPr>
        <p:spPr>
          <a:xfrm>
            <a:off x="8716200" y="1789471"/>
            <a:ext cx="2703639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requireManager</a:t>
            </a:r>
            <a:r>
              <a:rPr lang="en-US" dirty="0"/>
              <a:t> check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ED59F0-7623-57A4-0AEC-2E86FD8914DB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</a:t>
            </a:r>
            <a:r>
              <a:rPr lang="en-US" dirty="0" err="1"/>
              <a:t>action:‘delete_staff</a:t>
            </a:r>
            <a:r>
              <a:rPr lang="en-US" dirty="0"/>
              <a:t>’, staff_id} → </a:t>
            </a:r>
            <a:r>
              <a:rPr lang="en-US" dirty="0" err="1"/>
              <a:t>user_staff.php</a:t>
            </a:r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C515813-7728-9DF5-79C8-E3B3B6B85D73}"/>
              </a:ext>
            </a:extLst>
          </p:cNvPr>
          <p:cNvSpPr/>
          <p:nvPr/>
        </p:nvSpPr>
        <p:spPr>
          <a:xfrm>
            <a:off x="3627119" y="2151839"/>
            <a:ext cx="813165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AE94D89-ACA0-C712-827B-42B726FCB658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52C0C2B-2AF2-2BF5-FE58-40A60255E857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DEC9F41-C51E-FA4C-3191-3D25EE62F5D1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FCB187-B77F-44BC-DC2A-3ABD987F726C}"/>
              </a:ext>
            </a:extLst>
          </p:cNvPr>
          <p:cNvSpPr/>
          <p:nvPr/>
        </p:nvSpPr>
        <p:spPr>
          <a:xfrm>
            <a:off x="4739148" y="552105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Rollback on any exception → user sees one concise error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399E45E-72C0-8A7B-FE1D-96A73E68AF54}"/>
              </a:ext>
            </a:extLst>
          </p:cNvPr>
          <p:cNvCxnSpPr>
            <a:cxnSpLocks/>
            <a:stCxn id="14" idx="1"/>
            <a:endCxn id="4" idx="1"/>
          </p:cNvCxnSpPr>
          <p:nvPr/>
        </p:nvCxnSpPr>
        <p:spPr>
          <a:xfrm rot="10800000">
            <a:off x="560440" y="2248637"/>
            <a:ext cx="4178709" cy="3877100"/>
          </a:xfrm>
          <a:prstGeom prst="bentConnector3">
            <a:avLst>
              <a:gd name="adj1" fmla="val 105471"/>
            </a:avLst>
          </a:prstGeom>
          <a:ln w="50800">
            <a:solidFill>
              <a:srgbClr val="9F766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022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27C97-538F-DDA8-6C49-6136061E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0B36F1-EE74-4A56-0F94-F9F97C7CBDC1}"/>
              </a:ext>
            </a:extLst>
          </p:cNvPr>
          <p:cNvSpPr/>
          <p:nvPr/>
        </p:nvSpPr>
        <p:spPr>
          <a:xfrm>
            <a:off x="3716747" y="517236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Searching Borrowing Processes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FE0765-04FC-0538-381A-D28EFBC9BB0C}"/>
              </a:ext>
            </a:extLst>
          </p:cNvPr>
          <p:cNvSpPr/>
          <p:nvPr/>
        </p:nvSpPr>
        <p:spPr>
          <a:xfrm>
            <a:off x="560439" y="1493520"/>
            <a:ext cx="3066680" cy="1510234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Staff/User enters user_id or process_code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6E757D-E843-7C70-2FB2-EF34B1F1267C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empty → show “No borrowing history” placeholder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2B8688-12F2-9DE0-E496-4E7CE77FFD58}"/>
              </a:ext>
            </a:extLst>
          </p:cNvPr>
          <p:cNvSpPr/>
          <p:nvPr/>
        </p:nvSpPr>
        <p:spPr>
          <a:xfrm>
            <a:off x="560438" y="3854246"/>
            <a:ext cx="2689783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JSON array → front-end renders list cards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208669-30CF-DC38-56D7-D5D4EFE395E7}"/>
              </a:ext>
            </a:extLst>
          </p:cNvPr>
          <p:cNvSpPr/>
          <p:nvPr/>
        </p:nvSpPr>
        <p:spPr>
          <a:xfrm>
            <a:off x="8038081" y="1493520"/>
            <a:ext cx="3930399" cy="243085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bp.process_code, b.book_name, bp.due_date, bp.status, DATEDIFF(CURDATE(),bp.due_date) AS days_overdue</a:t>
            </a:r>
            <a:br>
              <a:rPr lang="en-US" sz="1600" dirty="0"/>
            </a:br>
            <a:r>
              <a:rPr lang="en-US" sz="1600" dirty="0"/>
              <a:t>FROM borrowing_process bp JOIN book b ON bp.book_id=b.book_id</a:t>
            </a:r>
            <a:br>
              <a:rPr lang="en-US" sz="1600" dirty="0"/>
            </a:br>
            <a:r>
              <a:rPr lang="en-US" sz="1600" dirty="0"/>
              <a:t>WHERE </a:t>
            </a:r>
            <a:r>
              <a:rPr lang="en-US" sz="1600" dirty="0" err="1"/>
              <a:t>bp.user_id</a:t>
            </a:r>
            <a:r>
              <a:rPr lang="en-US" sz="1600" dirty="0"/>
              <a:t>=? ORDER BY </a:t>
            </a:r>
            <a:r>
              <a:rPr lang="en-US" sz="1600" dirty="0" err="1"/>
              <a:t>bp.process_date</a:t>
            </a:r>
            <a:r>
              <a:rPr lang="en-US" sz="1600" dirty="0"/>
              <a:t> DESC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E1E966-D937-F8CC-B233-189C9A2EF188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{action:‘</a:t>
            </a:r>
            <a:r>
              <a:rPr lang="en-US" dirty="0" err="1"/>
              <a:t>borrow_user_list</a:t>
            </a:r>
            <a:r>
              <a:rPr lang="en-US" dirty="0"/>
              <a:t>’, user_id} → library.php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02B8AB0-A4A4-8D77-6090-03BE606CA47C}"/>
              </a:ext>
            </a:extLst>
          </p:cNvPr>
          <p:cNvSpPr/>
          <p:nvPr/>
        </p:nvSpPr>
        <p:spPr>
          <a:xfrm>
            <a:off x="3627119" y="2151839"/>
            <a:ext cx="813165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CE30729-1495-6814-13D1-513272697FC7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0B84781-17E3-C37A-E6AB-6BAAAA7DEF94}"/>
              </a:ext>
            </a:extLst>
          </p:cNvPr>
          <p:cNvSpPr/>
          <p:nvPr/>
        </p:nvSpPr>
        <p:spPr>
          <a:xfrm>
            <a:off x="7314544" y="2184377"/>
            <a:ext cx="723537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61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D12DB-C1A6-BE43-9CB0-4F3FD937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3359EE-B6CE-2671-2E6F-EB5E40254F75}"/>
              </a:ext>
            </a:extLst>
          </p:cNvPr>
          <p:cNvSpPr/>
          <p:nvPr/>
        </p:nvSpPr>
        <p:spPr>
          <a:xfrm>
            <a:off x="3627119" y="474498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Login as User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31E089-B70A-4B66-AB49-B91668A3126B}"/>
              </a:ext>
            </a:extLst>
          </p:cNvPr>
          <p:cNvSpPr/>
          <p:nvPr/>
        </p:nvSpPr>
        <p:spPr>
          <a:xfrm>
            <a:off x="560439" y="1493520"/>
            <a:ext cx="3066680" cy="1510234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tab → enter username, password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AA8837-4111-011D-74C3-F6F66F509107}"/>
              </a:ext>
            </a:extLst>
          </p:cNvPr>
          <p:cNvSpPr/>
          <p:nvPr/>
        </p:nvSpPr>
        <p:spPr>
          <a:xfrm>
            <a:off x="8716201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Else $_SESSION[‘user_id’] = id; reply {success:true, </a:t>
            </a:r>
            <a:r>
              <a:rPr lang="en-US" dirty="0" err="1"/>
              <a:t>role:‘user</a:t>
            </a:r>
            <a:r>
              <a:rPr lang="en-US" dirty="0"/>
              <a:t>’, username}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F5EFAE-7FDE-E314-682D-759226233F6F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fail → reply {success:false, message}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4C4B8B-114C-81BE-0B14-7F20B064E932}"/>
              </a:ext>
            </a:extLst>
          </p:cNvPr>
          <p:cNvSpPr/>
          <p:nvPr/>
        </p:nvSpPr>
        <p:spPr>
          <a:xfrm>
            <a:off x="560438" y="3854246"/>
            <a:ext cx="2689783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verifyPassword(password, hash)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002CDD-9B64-17D6-73F3-3F4DB1E6B60A}"/>
              </a:ext>
            </a:extLst>
          </p:cNvPr>
          <p:cNvSpPr/>
          <p:nvPr/>
        </p:nvSpPr>
        <p:spPr>
          <a:xfrm>
            <a:off x="8672284" y="1789471"/>
            <a:ext cx="2703639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user_id, password, </a:t>
            </a:r>
            <a:r>
              <a:rPr lang="en-US" dirty="0" err="1"/>
              <a:t>user_status</a:t>
            </a:r>
            <a:r>
              <a:rPr lang="en-US" dirty="0"/>
              <a:t> FROM users WHERE username=?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26C7D0-2C40-64B4-481D-884E9E03B341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</a:t>
            </a:r>
            <a:r>
              <a:rPr lang="en-US" dirty="0" err="1"/>
              <a:t>action:‘user_login</a:t>
            </a:r>
            <a:r>
              <a:rPr lang="en-US" dirty="0"/>
              <a:t>’, username, password} → user_staff.php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78AE9DB-A432-3F71-DEC8-4ABC2E099913}"/>
              </a:ext>
            </a:extLst>
          </p:cNvPr>
          <p:cNvSpPr/>
          <p:nvPr/>
        </p:nvSpPr>
        <p:spPr>
          <a:xfrm>
            <a:off x="3627119" y="2151839"/>
            <a:ext cx="813165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3C1AD1E-8DED-E23B-D316-9B1DDFCEA1C3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ED9A425-D3E8-F15A-D6D3-4676251998AB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D72223D-78AF-BA2E-C4A9-502B452B69F8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49C6D9-B255-CB9E-CAD3-BDD312707109}"/>
              </a:ext>
            </a:extLst>
          </p:cNvPr>
          <p:cNvSpPr/>
          <p:nvPr/>
        </p:nvSpPr>
        <p:spPr>
          <a:xfrm>
            <a:off x="4739148" y="552105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hides login modal, enables user-only panels, shows logout button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E2BA1F6-DF3E-124F-47B6-087DD2B0BD16}"/>
              </a:ext>
            </a:extLst>
          </p:cNvPr>
          <p:cNvSpPr/>
          <p:nvPr/>
        </p:nvSpPr>
        <p:spPr>
          <a:xfrm rot="10800000">
            <a:off x="7496077" y="5883421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06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A1BA2-4A2D-319B-F741-93D2FF08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BBD70B-D6CC-9E17-76A3-5C50F4F3BEF8}"/>
              </a:ext>
            </a:extLst>
          </p:cNvPr>
          <p:cNvSpPr/>
          <p:nvPr/>
        </p:nvSpPr>
        <p:spPr>
          <a:xfrm>
            <a:off x="3627119" y="414002"/>
            <a:ext cx="4502867" cy="828675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Pathway for </a:t>
            </a:r>
            <a:r>
              <a:rPr lang="en-US" dirty="0"/>
              <a:t>Login as Staff / Manager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07ECCC-B217-E7B7-3859-CB34F7207A37}"/>
              </a:ext>
            </a:extLst>
          </p:cNvPr>
          <p:cNvSpPr/>
          <p:nvPr/>
        </p:nvSpPr>
        <p:spPr>
          <a:xfrm>
            <a:off x="560439" y="1493520"/>
            <a:ext cx="3066680" cy="1510234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Staff tab → enter username, password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BD5DC6-F6E9-373B-3138-0E9F8FBE105E}"/>
              </a:ext>
            </a:extLst>
          </p:cNvPr>
          <p:cNvSpPr/>
          <p:nvPr/>
        </p:nvSpPr>
        <p:spPr>
          <a:xfrm>
            <a:off x="8716201" y="3810000"/>
            <a:ext cx="2915360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Else $_SESSION[‘staff_id’] = id; reply {success:true, (position ==‘Library Manager’)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A3981D-8A2E-5407-2E8C-D3E6D6D97A81}"/>
              </a:ext>
            </a:extLst>
          </p:cNvPr>
          <p:cNvSpPr/>
          <p:nvPr/>
        </p:nvSpPr>
        <p:spPr>
          <a:xfrm>
            <a:off x="4739149" y="3810000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fail → reply {</a:t>
            </a:r>
            <a:r>
              <a:rPr lang="en-US" dirty="0" err="1"/>
              <a:t>success:false</a:t>
            </a:r>
            <a:r>
              <a:rPr lang="en-US" dirty="0"/>
              <a:t>, message}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F51B94-6AC9-48F6-5B4D-4AFD3B0458CC}"/>
              </a:ext>
            </a:extLst>
          </p:cNvPr>
          <p:cNvSpPr/>
          <p:nvPr/>
        </p:nvSpPr>
        <p:spPr>
          <a:xfrm>
            <a:off x="560438" y="3854246"/>
            <a:ext cx="2689783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verifyPassword(password, hash)</a:t>
            </a:r>
            <a:br>
              <a:rPr lang="en-US" dirty="0"/>
            </a:b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DD3992-88F3-060A-89C7-9DDF5E185BC7}"/>
              </a:ext>
            </a:extLst>
          </p:cNvPr>
          <p:cNvSpPr/>
          <p:nvPr/>
        </p:nvSpPr>
        <p:spPr>
          <a:xfrm>
            <a:off x="8672284" y="1789471"/>
            <a:ext cx="2959277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staff_id, password, position, </a:t>
            </a:r>
            <a:r>
              <a:rPr lang="en-US" dirty="0" err="1"/>
              <a:t>staff_status</a:t>
            </a:r>
            <a:r>
              <a:rPr lang="en-US" dirty="0"/>
              <a:t> FROM staff_member WHERE username=?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5737E2-9CB9-49BC-CDBD-BDF07700B0FC}"/>
              </a:ext>
            </a:extLst>
          </p:cNvPr>
          <p:cNvSpPr/>
          <p:nvPr/>
        </p:nvSpPr>
        <p:spPr>
          <a:xfrm>
            <a:off x="4739149" y="179930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{action:‘</a:t>
            </a:r>
            <a:r>
              <a:rPr lang="en-US" dirty="0" err="1"/>
              <a:t>staff_login</a:t>
            </a:r>
            <a:r>
              <a:rPr lang="en-US" dirty="0"/>
              <a:t>’, username, password} → user_staff.php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04E2D92-143B-1C09-0491-A663235ED412}"/>
              </a:ext>
            </a:extLst>
          </p:cNvPr>
          <p:cNvSpPr/>
          <p:nvPr/>
        </p:nvSpPr>
        <p:spPr>
          <a:xfrm>
            <a:off x="3627119" y="2151839"/>
            <a:ext cx="813165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6E70E6E-B644-55A4-8EF9-AF485621BBCE}"/>
              </a:ext>
            </a:extLst>
          </p:cNvPr>
          <p:cNvSpPr/>
          <p:nvPr/>
        </p:nvSpPr>
        <p:spPr>
          <a:xfrm>
            <a:off x="7497564" y="4216614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CCAEF60-1639-8C71-3380-04707040F252}"/>
              </a:ext>
            </a:extLst>
          </p:cNvPr>
          <p:cNvSpPr/>
          <p:nvPr/>
        </p:nvSpPr>
        <p:spPr>
          <a:xfrm>
            <a:off x="3490451" y="4172368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482E27-5C89-8456-D622-D971C54BBB2E}"/>
              </a:ext>
            </a:extLst>
          </p:cNvPr>
          <p:cNvSpPr/>
          <p:nvPr/>
        </p:nvSpPr>
        <p:spPr>
          <a:xfrm>
            <a:off x="7496077" y="2232560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FAF384-913A-4CF2-C6DA-0153D221A507}"/>
              </a:ext>
            </a:extLst>
          </p:cNvPr>
          <p:cNvSpPr/>
          <p:nvPr/>
        </p:nvSpPr>
        <p:spPr>
          <a:xfrm>
            <a:off x="4739148" y="5521053"/>
            <a:ext cx="2458064" cy="1209368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UI reveals staff/manager panels, adds logout button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0D87F78-4948-C9D7-CBE9-F067ED26DCC5}"/>
              </a:ext>
            </a:extLst>
          </p:cNvPr>
          <p:cNvSpPr/>
          <p:nvPr/>
        </p:nvSpPr>
        <p:spPr>
          <a:xfrm rot="10800000">
            <a:off x="7496077" y="5883421"/>
            <a:ext cx="978408" cy="484632"/>
          </a:xfrm>
          <a:prstGeom prst="rightArrow">
            <a:avLst/>
          </a:prstGeom>
          <a:solidFill>
            <a:srgbClr val="9F76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41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C8C417-613C-F4AB-A62E-7EA1D2020CE4}"/>
              </a:ext>
            </a:extLst>
          </p:cNvPr>
          <p:cNvSpPr/>
          <p:nvPr/>
        </p:nvSpPr>
        <p:spPr>
          <a:xfrm>
            <a:off x="4229100" y="704851"/>
            <a:ext cx="3552825" cy="704850"/>
          </a:xfrm>
          <a:prstGeom prst="roundRect">
            <a:avLst/>
          </a:prstGeom>
          <a:solidFill>
            <a:srgbClr val="A66A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For LMS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DCAC8F-9555-0CEE-15CD-51150191D93C}"/>
              </a:ext>
            </a:extLst>
          </p:cNvPr>
          <p:cNvSpPr/>
          <p:nvPr/>
        </p:nvSpPr>
        <p:spPr>
          <a:xfrm>
            <a:off x="295275" y="2466975"/>
            <a:ext cx="3524250" cy="1619250"/>
          </a:xfrm>
          <a:prstGeom prst="roundRect">
            <a:avLst/>
          </a:prstGeom>
          <a:blipFill>
            <a:blip r:embed="rId4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7E468B-B521-8F25-8236-3F49A84FCADB}"/>
              </a:ext>
            </a:extLst>
          </p:cNvPr>
          <p:cNvSpPr/>
          <p:nvPr/>
        </p:nvSpPr>
        <p:spPr>
          <a:xfrm>
            <a:off x="219075" y="352425"/>
            <a:ext cx="3524250" cy="1619250"/>
          </a:xfrm>
          <a:prstGeom prst="roundRect">
            <a:avLst/>
          </a:prstGeom>
          <a:blipFill>
            <a:blip r:embed="rId5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076913-5848-FEDA-B0A4-77C428F21568}"/>
              </a:ext>
            </a:extLst>
          </p:cNvPr>
          <p:cNvSpPr/>
          <p:nvPr/>
        </p:nvSpPr>
        <p:spPr>
          <a:xfrm>
            <a:off x="295275" y="4543425"/>
            <a:ext cx="3524250" cy="1619250"/>
          </a:xfrm>
          <a:prstGeom prst="roundRect">
            <a:avLst/>
          </a:prstGeom>
          <a:blipFill>
            <a:blip r:embed="rId6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D2FA48-AC22-F429-2B16-6894440B6095}"/>
              </a:ext>
            </a:extLst>
          </p:cNvPr>
          <p:cNvSpPr/>
          <p:nvPr/>
        </p:nvSpPr>
        <p:spPr>
          <a:xfrm>
            <a:off x="8448677" y="2466975"/>
            <a:ext cx="3524250" cy="1619250"/>
          </a:xfrm>
          <a:prstGeom prst="roundRect">
            <a:avLst>
              <a:gd name="adj" fmla="val 6079"/>
            </a:avLst>
          </a:prstGeom>
          <a:blipFill>
            <a:blip r:embed="rId7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6565F2-2B50-2483-B384-5999F52B91B6}"/>
              </a:ext>
            </a:extLst>
          </p:cNvPr>
          <p:cNvSpPr/>
          <p:nvPr/>
        </p:nvSpPr>
        <p:spPr>
          <a:xfrm>
            <a:off x="8448677" y="280988"/>
            <a:ext cx="3524250" cy="1619250"/>
          </a:xfrm>
          <a:prstGeom prst="roundRect">
            <a:avLst>
              <a:gd name="adj" fmla="val 10197"/>
            </a:avLst>
          </a:prstGeom>
          <a:blipFill>
            <a:blip r:embed="rId8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77096-46FD-277D-C37D-2D9F697E751B}"/>
              </a:ext>
            </a:extLst>
          </p:cNvPr>
          <p:cNvSpPr/>
          <p:nvPr/>
        </p:nvSpPr>
        <p:spPr>
          <a:xfrm>
            <a:off x="8401051" y="4543425"/>
            <a:ext cx="3571876" cy="1619250"/>
          </a:xfrm>
          <a:prstGeom prst="roundRect">
            <a:avLst>
              <a:gd name="adj" fmla="val 6079"/>
            </a:avLst>
          </a:prstGeom>
          <a:blipFill>
            <a:blip r:embed="rId9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746D4A-5510-6793-0D8B-4C6DA937A3D1}"/>
              </a:ext>
            </a:extLst>
          </p:cNvPr>
          <p:cNvSpPr/>
          <p:nvPr/>
        </p:nvSpPr>
        <p:spPr>
          <a:xfrm>
            <a:off x="4319590" y="3838575"/>
            <a:ext cx="3581396" cy="2324100"/>
          </a:xfrm>
          <a:prstGeom prst="roundRect">
            <a:avLst>
              <a:gd name="adj" fmla="val 5829"/>
            </a:avLst>
          </a:prstGeom>
          <a:blipFill>
            <a:blip r:embed="rId10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FA5E01-33B4-CE24-D9DE-75D3944E8BED}"/>
              </a:ext>
            </a:extLst>
          </p:cNvPr>
          <p:cNvSpPr/>
          <p:nvPr/>
        </p:nvSpPr>
        <p:spPr>
          <a:xfrm>
            <a:off x="4348162" y="1819275"/>
            <a:ext cx="3552824" cy="1790700"/>
          </a:xfrm>
          <a:prstGeom prst="roundRect">
            <a:avLst>
              <a:gd name="adj" fmla="val 7843"/>
            </a:avLst>
          </a:prstGeom>
          <a:blipFill>
            <a:blip r:embed="rId11"/>
            <a:stretch>
              <a:fillRect t="-1000" r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3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1291</Words>
  <Application>Microsoft Office PowerPoint</Application>
  <PresentationFormat>Widescreen</PresentationFormat>
  <Paragraphs>132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مهيتاب هشام توفيق ابراهيم</dc:creator>
  <cp:lastModifiedBy>مهيتاب هشام توفيق ابراهيم</cp:lastModifiedBy>
  <cp:revision>2</cp:revision>
  <dcterms:created xsi:type="dcterms:W3CDTF">2025-12-05T18:42:57Z</dcterms:created>
  <dcterms:modified xsi:type="dcterms:W3CDTF">2025-12-05T22:45:47Z</dcterms:modified>
</cp:coreProperties>
</file>